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ecular One" charset="1" panose="00000500000000000000"/>
      <p:regular r:id="rId24"/>
    </p:embeddedFont>
    <p:embeddedFont>
      <p:font typeface="Ubuntu" charset="1" panose="020B0504030602030204"/>
      <p:regular r:id="rId25"/>
    </p:embeddedFont>
    <p:embeddedFont>
      <p:font typeface="Open Sauce Bold" charset="1" panose="00000800000000000000"/>
      <p:regular r:id="rId26"/>
    </p:embeddedFont>
    <p:embeddedFont>
      <p:font typeface="Open Sans" charset="1" panose="020B0606030504020204"/>
      <p:regular r:id="rId27"/>
    </p:embeddedFont>
    <p:embeddedFont>
      <p:font typeface="Ubuntu Bold" charset="1" panose="020B0804030602030204"/>
      <p:regular r:id="rId28"/>
    </p:embeddedFont>
    <p:embeddedFont>
      <p:font typeface="Arimo Bold" charset="1" panose="020B0704020202020204"/>
      <p:regular r:id="rId29"/>
    </p:embeddedFont>
    <p:embeddedFont>
      <p:font typeface="Open Sans Bold" charset="1" panose="020B08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VAG698qp2Bg.mp4" Type="http://schemas.openxmlformats.org/officeDocument/2006/relationships/video"/><Relationship Id="rId4" Target="../media/VAG698qp2Bg.mp4" Type="http://schemas.microsoft.com/office/2007/relationships/media"/><Relationship Id="rId5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400000">
            <a:off x="11863044" y="-3083968"/>
            <a:ext cx="6373947" cy="637394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17500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1421130"/>
                    <a:pt x="1753870" y="0"/>
                    <a:pt x="0" y="0"/>
                  </a:cubicBezTo>
                  <a:lnTo>
                    <a:pt x="0" y="6350000"/>
                  </a:lnTo>
                  <a:cubicBezTo>
                    <a:pt x="1753870" y="6350000"/>
                    <a:pt x="3175000" y="4928870"/>
                    <a:pt x="3175000" y="317500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5400000">
            <a:off x="12138031" y="3468788"/>
            <a:ext cx="5631183" cy="5631183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142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7500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1421130"/>
                    <a:pt x="1753870" y="0"/>
                    <a:pt x="0" y="0"/>
                  </a:cubicBezTo>
                  <a:lnTo>
                    <a:pt x="0" y="6350000"/>
                  </a:lnTo>
                  <a:cubicBezTo>
                    <a:pt x="1753870" y="6350000"/>
                    <a:pt x="3175000" y="4928870"/>
                    <a:pt x="3175000" y="3175000"/>
                  </a:cubicBezTo>
                  <a:close/>
                </a:path>
              </a:pathLst>
            </a:custGeom>
            <a:solidFill>
              <a:srgbClr val="0142E8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5263635" y="3468788"/>
            <a:ext cx="17178826" cy="10307296"/>
            <a:chOff x="0" y="0"/>
            <a:chExt cx="6350000" cy="381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2"/>
              <a:stretch>
                <a:fillRect l="0" t="-5454" r="0" b="-5454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2267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5436" y="397931"/>
            <a:ext cx="630769" cy="63076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6205" y="4177852"/>
            <a:ext cx="4505500" cy="1343703"/>
            <a:chOff x="0" y="0"/>
            <a:chExt cx="2160227" cy="644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0227" cy="644258"/>
            </a:xfrm>
            <a:custGeom>
              <a:avLst/>
              <a:gdLst/>
              <a:ahLst/>
              <a:cxnLst/>
              <a:rect r="r" b="b" t="t" l="l"/>
              <a:pathLst>
                <a:path h="644258" w="2160227">
                  <a:moveTo>
                    <a:pt x="1957027" y="0"/>
                  </a:moveTo>
                  <a:cubicBezTo>
                    <a:pt x="2069251" y="0"/>
                    <a:pt x="2160227" y="144222"/>
                    <a:pt x="2160227" y="322129"/>
                  </a:cubicBezTo>
                  <a:cubicBezTo>
                    <a:pt x="2160227" y="500036"/>
                    <a:pt x="2069251" y="644258"/>
                    <a:pt x="1957027" y="644258"/>
                  </a:cubicBezTo>
                  <a:lnTo>
                    <a:pt x="203200" y="644258"/>
                  </a:lnTo>
                  <a:cubicBezTo>
                    <a:pt x="90976" y="644258"/>
                    <a:pt x="0" y="500036"/>
                    <a:pt x="0" y="322129"/>
                  </a:cubicBezTo>
                  <a:cubicBezTo>
                    <a:pt x="0" y="14422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60227" cy="644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650456" y="4050057"/>
            <a:ext cx="4723884" cy="4440117"/>
          </a:xfrm>
          <a:custGeom>
            <a:avLst/>
            <a:gdLst/>
            <a:ahLst/>
            <a:cxnLst/>
            <a:rect r="r" b="b" t="t" l="l"/>
            <a:pathLst>
              <a:path h="4440117" w="4723884">
                <a:moveTo>
                  <a:pt x="0" y="0"/>
                </a:moveTo>
                <a:lnTo>
                  <a:pt x="4723884" y="0"/>
                </a:lnTo>
                <a:lnTo>
                  <a:pt x="4723884" y="4440117"/>
                </a:lnTo>
                <a:lnTo>
                  <a:pt x="0" y="4440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75" t="-7949" r="-21187" b="-3989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88406"/>
            <a:ext cx="820926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SERVICLEMANT LIMITADA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3826" y="4282886"/>
            <a:ext cx="4330819" cy="110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PRESENTACIÓN CAPSTONE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138031" y="-214396"/>
            <a:ext cx="5823973" cy="1657990"/>
          </a:xfrm>
          <a:custGeom>
            <a:avLst/>
            <a:gdLst/>
            <a:ahLst/>
            <a:cxnLst/>
            <a:rect r="r" b="b" t="t" l="l"/>
            <a:pathLst>
              <a:path h="1657990" w="5823973">
                <a:moveTo>
                  <a:pt x="0" y="0"/>
                </a:moveTo>
                <a:lnTo>
                  <a:pt x="5823973" y="0"/>
                </a:lnTo>
                <a:lnTo>
                  <a:pt x="5823973" y="1657990"/>
                </a:lnTo>
                <a:lnTo>
                  <a:pt x="0" y="1657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05" r="-23013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710" y="-177501"/>
            <a:ext cx="15469173" cy="10287000"/>
          </a:xfrm>
          <a:custGeom>
            <a:avLst/>
            <a:gdLst/>
            <a:ahLst/>
            <a:cxnLst/>
            <a:rect r="r" b="b" t="t" l="l"/>
            <a:pathLst>
              <a:path h="10287000" w="15469173">
                <a:moveTo>
                  <a:pt x="0" y="0"/>
                </a:moveTo>
                <a:lnTo>
                  <a:pt x="15469173" y="0"/>
                </a:lnTo>
                <a:lnTo>
                  <a:pt x="154691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-10800000">
            <a:off x="-4400864" y="-5227545"/>
            <a:ext cx="17425149" cy="10455089"/>
            <a:chOff x="0" y="0"/>
            <a:chExt cx="6350000" cy="381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-10800000">
            <a:off x="-4400864" y="4845653"/>
            <a:ext cx="20383874" cy="12230325"/>
            <a:chOff x="0" y="0"/>
            <a:chExt cx="635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1505219" y="2245415"/>
            <a:ext cx="898787" cy="8987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10800000">
            <a:off x="2404006" y="2245415"/>
            <a:ext cx="898787" cy="898787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5400000">
            <a:off x="643884" y="2282868"/>
            <a:ext cx="898787" cy="823882"/>
            <a:chOff x="0" y="0"/>
            <a:chExt cx="6350000" cy="5820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388340" y="2817495"/>
            <a:ext cx="581025" cy="762000"/>
            <a:chOff x="0" y="0"/>
            <a:chExt cx="774700" cy="10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641" y="49804"/>
              <a:ext cx="676114" cy="915587"/>
            </a:xfrm>
            <a:custGeom>
              <a:avLst/>
              <a:gdLst/>
              <a:ahLst/>
              <a:cxnLst/>
              <a:rect r="r" b="b" t="t" l="l"/>
              <a:pathLst>
                <a:path h="915587" w="676114">
                  <a:moveTo>
                    <a:pt x="668909" y="187686"/>
                  </a:moveTo>
                  <a:cubicBezTo>
                    <a:pt x="614299" y="308336"/>
                    <a:pt x="590169" y="387076"/>
                    <a:pt x="580009" y="468356"/>
                  </a:cubicBezTo>
                  <a:cubicBezTo>
                    <a:pt x="566039" y="576306"/>
                    <a:pt x="599059" y="785856"/>
                    <a:pt x="578739" y="851896"/>
                  </a:cubicBezTo>
                  <a:cubicBezTo>
                    <a:pt x="571119" y="877296"/>
                    <a:pt x="559689" y="889996"/>
                    <a:pt x="544449" y="900156"/>
                  </a:cubicBezTo>
                  <a:cubicBezTo>
                    <a:pt x="529209" y="911586"/>
                    <a:pt x="505079" y="916666"/>
                    <a:pt x="487299" y="915396"/>
                  </a:cubicBezTo>
                  <a:cubicBezTo>
                    <a:pt x="468249" y="912856"/>
                    <a:pt x="446659" y="898886"/>
                    <a:pt x="433959" y="887456"/>
                  </a:cubicBezTo>
                  <a:cubicBezTo>
                    <a:pt x="423799" y="877296"/>
                    <a:pt x="421259" y="870946"/>
                    <a:pt x="414909" y="851896"/>
                  </a:cubicBezTo>
                  <a:cubicBezTo>
                    <a:pt x="395859" y="780776"/>
                    <a:pt x="376809" y="417556"/>
                    <a:pt x="390779" y="331196"/>
                  </a:cubicBezTo>
                  <a:cubicBezTo>
                    <a:pt x="394589" y="301986"/>
                    <a:pt x="400939" y="288016"/>
                    <a:pt x="412369" y="274046"/>
                  </a:cubicBezTo>
                  <a:cubicBezTo>
                    <a:pt x="421259" y="262616"/>
                    <a:pt x="432689" y="254996"/>
                    <a:pt x="446659" y="251186"/>
                  </a:cubicBezTo>
                  <a:cubicBezTo>
                    <a:pt x="463169" y="246106"/>
                    <a:pt x="491109" y="246106"/>
                    <a:pt x="507619" y="251186"/>
                  </a:cubicBezTo>
                  <a:cubicBezTo>
                    <a:pt x="521589" y="254996"/>
                    <a:pt x="533019" y="262616"/>
                    <a:pt x="541909" y="274046"/>
                  </a:cubicBezTo>
                  <a:cubicBezTo>
                    <a:pt x="552069" y="288016"/>
                    <a:pt x="560959" y="309606"/>
                    <a:pt x="563499" y="331196"/>
                  </a:cubicBezTo>
                  <a:cubicBezTo>
                    <a:pt x="566039" y="361676"/>
                    <a:pt x="557149" y="393426"/>
                    <a:pt x="546989" y="439146"/>
                  </a:cubicBezTo>
                  <a:cubicBezTo>
                    <a:pt x="527939" y="522966"/>
                    <a:pt x="472059" y="735056"/>
                    <a:pt x="433959" y="792206"/>
                  </a:cubicBezTo>
                  <a:cubicBezTo>
                    <a:pt x="418719" y="815066"/>
                    <a:pt x="404749" y="825226"/>
                    <a:pt x="386969" y="831576"/>
                  </a:cubicBezTo>
                  <a:cubicBezTo>
                    <a:pt x="369189" y="837926"/>
                    <a:pt x="343789" y="836656"/>
                    <a:pt x="326009" y="830306"/>
                  </a:cubicBezTo>
                  <a:cubicBezTo>
                    <a:pt x="308229" y="822686"/>
                    <a:pt x="289179" y="803636"/>
                    <a:pt x="280289" y="788396"/>
                  </a:cubicBezTo>
                  <a:cubicBezTo>
                    <a:pt x="273939" y="775696"/>
                    <a:pt x="271399" y="760456"/>
                    <a:pt x="271399" y="747756"/>
                  </a:cubicBezTo>
                  <a:cubicBezTo>
                    <a:pt x="272669" y="733786"/>
                    <a:pt x="280289" y="707116"/>
                    <a:pt x="282829" y="707116"/>
                  </a:cubicBezTo>
                  <a:cubicBezTo>
                    <a:pt x="286639" y="708386"/>
                    <a:pt x="290449" y="793476"/>
                    <a:pt x="286639" y="794746"/>
                  </a:cubicBezTo>
                  <a:cubicBezTo>
                    <a:pt x="284099" y="794746"/>
                    <a:pt x="268859" y="752836"/>
                    <a:pt x="267589" y="718546"/>
                  </a:cubicBezTo>
                  <a:cubicBezTo>
                    <a:pt x="266319" y="646156"/>
                    <a:pt x="318389" y="453116"/>
                    <a:pt x="342519" y="373106"/>
                  </a:cubicBezTo>
                  <a:cubicBezTo>
                    <a:pt x="356489" y="329926"/>
                    <a:pt x="362839" y="307066"/>
                    <a:pt x="381889" y="275316"/>
                  </a:cubicBezTo>
                  <a:cubicBezTo>
                    <a:pt x="402209" y="238486"/>
                    <a:pt x="431419" y="177526"/>
                    <a:pt x="464439" y="168636"/>
                  </a:cubicBezTo>
                  <a:cubicBezTo>
                    <a:pt x="494919" y="161016"/>
                    <a:pt x="550799" y="191496"/>
                    <a:pt x="569849" y="215626"/>
                  </a:cubicBezTo>
                  <a:cubicBezTo>
                    <a:pt x="585089" y="237216"/>
                    <a:pt x="581279" y="267696"/>
                    <a:pt x="582549" y="298176"/>
                  </a:cubicBezTo>
                  <a:cubicBezTo>
                    <a:pt x="583819" y="337546"/>
                    <a:pt x="577469" y="389616"/>
                    <a:pt x="567309" y="434066"/>
                  </a:cubicBezTo>
                  <a:cubicBezTo>
                    <a:pt x="558419" y="477246"/>
                    <a:pt x="552069" y="520426"/>
                    <a:pt x="526669" y="559796"/>
                  </a:cubicBezTo>
                  <a:cubicBezTo>
                    <a:pt x="497459" y="610596"/>
                    <a:pt x="422529" y="705846"/>
                    <a:pt x="388239" y="702036"/>
                  </a:cubicBezTo>
                  <a:cubicBezTo>
                    <a:pt x="362839" y="699496"/>
                    <a:pt x="342519" y="648696"/>
                    <a:pt x="331089" y="608056"/>
                  </a:cubicBezTo>
                  <a:cubicBezTo>
                    <a:pt x="314579" y="547096"/>
                    <a:pt x="324739" y="430256"/>
                    <a:pt x="329819" y="366756"/>
                  </a:cubicBezTo>
                  <a:cubicBezTo>
                    <a:pt x="332359" y="323576"/>
                    <a:pt x="336169" y="299446"/>
                    <a:pt x="345059" y="261346"/>
                  </a:cubicBezTo>
                  <a:cubicBezTo>
                    <a:pt x="353949" y="216896"/>
                    <a:pt x="371729" y="149586"/>
                    <a:pt x="386969" y="117836"/>
                  </a:cubicBezTo>
                  <a:cubicBezTo>
                    <a:pt x="394589" y="102596"/>
                    <a:pt x="399669" y="93706"/>
                    <a:pt x="409829" y="84816"/>
                  </a:cubicBezTo>
                  <a:cubicBezTo>
                    <a:pt x="419989" y="75926"/>
                    <a:pt x="432689" y="68306"/>
                    <a:pt x="446659" y="64496"/>
                  </a:cubicBezTo>
                  <a:cubicBezTo>
                    <a:pt x="459359" y="61956"/>
                    <a:pt x="474599" y="61956"/>
                    <a:pt x="487299" y="64496"/>
                  </a:cubicBezTo>
                  <a:cubicBezTo>
                    <a:pt x="499999" y="67036"/>
                    <a:pt x="513969" y="74656"/>
                    <a:pt x="524129" y="83546"/>
                  </a:cubicBezTo>
                  <a:cubicBezTo>
                    <a:pt x="534289" y="92436"/>
                    <a:pt x="541909" y="101326"/>
                    <a:pt x="548259" y="117836"/>
                  </a:cubicBezTo>
                  <a:cubicBezTo>
                    <a:pt x="559689" y="148316"/>
                    <a:pt x="564769" y="224516"/>
                    <a:pt x="563499" y="268966"/>
                  </a:cubicBezTo>
                  <a:cubicBezTo>
                    <a:pt x="562229" y="301986"/>
                    <a:pt x="557149" y="324846"/>
                    <a:pt x="546989" y="359136"/>
                  </a:cubicBezTo>
                  <a:cubicBezTo>
                    <a:pt x="534289" y="404856"/>
                    <a:pt x="512699" y="473436"/>
                    <a:pt x="482219" y="519156"/>
                  </a:cubicBezTo>
                  <a:cubicBezTo>
                    <a:pt x="454279" y="562336"/>
                    <a:pt x="403479" y="614406"/>
                    <a:pt x="374269" y="629646"/>
                  </a:cubicBezTo>
                  <a:cubicBezTo>
                    <a:pt x="359029" y="638536"/>
                    <a:pt x="347599" y="638536"/>
                    <a:pt x="333629" y="637266"/>
                  </a:cubicBezTo>
                  <a:cubicBezTo>
                    <a:pt x="315849" y="634726"/>
                    <a:pt x="290449" y="625836"/>
                    <a:pt x="277749" y="611866"/>
                  </a:cubicBezTo>
                  <a:cubicBezTo>
                    <a:pt x="263779" y="597896"/>
                    <a:pt x="253619" y="575036"/>
                    <a:pt x="252349" y="555986"/>
                  </a:cubicBezTo>
                  <a:cubicBezTo>
                    <a:pt x="251079" y="536936"/>
                    <a:pt x="259969" y="511536"/>
                    <a:pt x="270129" y="497566"/>
                  </a:cubicBezTo>
                  <a:cubicBezTo>
                    <a:pt x="279019" y="484866"/>
                    <a:pt x="299339" y="468356"/>
                    <a:pt x="303149" y="470896"/>
                  </a:cubicBezTo>
                  <a:cubicBezTo>
                    <a:pt x="309499" y="475976"/>
                    <a:pt x="266319" y="582656"/>
                    <a:pt x="257429" y="581386"/>
                  </a:cubicBezTo>
                  <a:cubicBezTo>
                    <a:pt x="249809" y="580116"/>
                    <a:pt x="248539" y="524236"/>
                    <a:pt x="247269" y="495026"/>
                  </a:cubicBezTo>
                  <a:cubicBezTo>
                    <a:pt x="244729" y="465816"/>
                    <a:pt x="243459" y="441686"/>
                    <a:pt x="247269" y="404856"/>
                  </a:cubicBezTo>
                  <a:cubicBezTo>
                    <a:pt x="252349" y="346436"/>
                    <a:pt x="256159" y="235946"/>
                    <a:pt x="287909" y="176256"/>
                  </a:cubicBezTo>
                  <a:cubicBezTo>
                    <a:pt x="313309" y="124186"/>
                    <a:pt x="367919" y="61956"/>
                    <a:pt x="404749" y="55606"/>
                  </a:cubicBezTo>
                  <a:cubicBezTo>
                    <a:pt x="428879" y="51796"/>
                    <a:pt x="456819" y="73386"/>
                    <a:pt x="473329" y="92436"/>
                  </a:cubicBezTo>
                  <a:cubicBezTo>
                    <a:pt x="489839" y="111486"/>
                    <a:pt x="498729" y="145776"/>
                    <a:pt x="501269" y="173716"/>
                  </a:cubicBezTo>
                  <a:cubicBezTo>
                    <a:pt x="503809" y="201656"/>
                    <a:pt x="497459" y="228326"/>
                    <a:pt x="484759" y="261346"/>
                  </a:cubicBezTo>
                  <a:cubicBezTo>
                    <a:pt x="466979" y="309606"/>
                    <a:pt x="421259" y="375646"/>
                    <a:pt x="384429" y="428986"/>
                  </a:cubicBezTo>
                  <a:cubicBezTo>
                    <a:pt x="348869" y="482326"/>
                    <a:pt x="306959" y="549636"/>
                    <a:pt x="271399" y="580116"/>
                  </a:cubicBezTo>
                  <a:cubicBezTo>
                    <a:pt x="248539" y="600436"/>
                    <a:pt x="226949" y="614406"/>
                    <a:pt x="204089" y="616946"/>
                  </a:cubicBezTo>
                  <a:cubicBezTo>
                    <a:pt x="178689" y="620756"/>
                    <a:pt x="145669" y="614406"/>
                    <a:pt x="125349" y="597896"/>
                  </a:cubicBezTo>
                  <a:cubicBezTo>
                    <a:pt x="103759" y="580116"/>
                    <a:pt x="92329" y="538206"/>
                    <a:pt x="85979" y="506456"/>
                  </a:cubicBezTo>
                  <a:cubicBezTo>
                    <a:pt x="78359" y="473436"/>
                    <a:pt x="80899" y="442956"/>
                    <a:pt x="84709" y="403586"/>
                  </a:cubicBezTo>
                  <a:cubicBezTo>
                    <a:pt x="88519" y="351516"/>
                    <a:pt x="102489" y="274046"/>
                    <a:pt x="118999" y="220706"/>
                  </a:cubicBezTo>
                  <a:cubicBezTo>
                    <a:pt x="132969" y="177526"/>
                    <a:pt x="149479" y="139426"/>
                    <a:pt x="167259" y="105136"/>
                  </a:cubicBezTo>
                  <a:cubicBezTo>
                    <a:pt x="183769" y="75926"/>
                    <a:pt x="205359" y="45446"/>
                    <a:pt x="223139" y="28936"/>
                  </a:cubicBezTo>
                  <a:cubicBezTo>
                    <a:pt x="234569" y="17506"/>
                    <a:pt x="243459" y="9886"/>
                    <a:pt x="257429" y="6076"/>
                  </a:cubicBezTo>
                  <a:cubicBezTo>
                    <a:pt x="275209" y="996"/>
                    <a:pt x="301879" y="-274"/>
                    <a:pt x="319659" y="6076"/>
                  </a:cubicBezTo>
                  <a:cubicBezTo>
                    <a:pt x="337439" y="13696"/>
                    <a:pt x="355219" y="31476"/>
                    <a:pt x="364109" y="47986"/>
                  </a:cubicBezTo>
                  <a:cubicBezTo>
                    <a:pt x="372999" y="65766"/>
                    <a:pt x="374269" y="92436"/>
                    <a:pt x="370459" y="108946"/>
                  </a:cubicBezTo>
                  <a:cubicBezTo>
                    <a:pt x="367919" y="122916"/>
                    <a:pt x="353949" y="147046"/>
                    <a:pt x="350139" y="145776"/>
                  </a:cubicBezTo>
                  <a:cubicBezTo>
                    <a:pt x="345059" y="143236"/>
                    <a:pt x="351409" y="42906"/>
                    <a:pt x="355219" y="42906"/>
                  </a:cubicBezTo>
                  <a:cubicBezTo>
                    <a:pt x="360299" y="42906"/>
                    <a:pt x="375539" y="114026"/>
                    <a:pt x="379349" y="147046"/>
                  </a:cubicBezTo>
                  <a:cubicBezTo>
                    <a:pt x="381889" y="176256"/>
                    <a:pt x="383159" y="199116"/>
                    <a:pt x="379349" y="232136"/>
                  </a:cubicBezTo>
                  <a:cubicBezTo>
                    <a:pt x="374269" y="277856"/>
                    <a:pt x="356489" y="345166"/>
                    <a:pt x="341249" y="395966"/>
                  </a:cubicBezTo>
                  <a:cubicBezTo>
                    <a:pt x="327279" y="439146"/>
                    <a:pt x="313309" y="487406"/>
                    <a:pt x="295529" y="515346"/>
                  </a:cubicBezTo>
                  <a:cubicBezTo>
                    <a:pt x="282829" y="535666"/>
                    <a:pt x="267589" y="552176"/>
                    <a:pt x="252349" y="559796"/>
                  </a:cubicBezTo>
                  <a:cubicBezTo>
                    <a:pt x="239649" y="567416"/>
                    <a:pt x="225679" y="568686"/>
                    <a:pt x="211709" y="567416"/>
                  </a:cubicBezTo>
                  <a:cubicBezTo>
                    <a:pt x="197739" y="567416"/>
                    <a:pt x="183769" y="563606"/>
                    <a:pt x="172339" y="555986"/>
                  </a:cubicBezTo>
                  <a:cubicBezTo>
                    <a:pt x="157099" y="545826"/>
                    <a:pt x="140589" y="530586"/>
                    <a:pt x="132969" y="507726"/>
                  </a:cubicBezTo>
                  <a:cubicBezTo>
                    <a:pt x="122809" y="473436"/>
                    <a:pt x="135509" y="413746"/>
                    <a:pt x="143129" y="359136"/>
                  </a:cubicBezTo>
                  <a:cubicBezTo>
                    <a:pt x="152019" y="289286"/>
                    <a:pt x="167259" y="171176"/>
                    <a:pt x="188849" y="122916"/>
                  </a:cubicBezTo>
                  <a:cubicBezTo>
                    <a:pt x="199009" y="98786"/>
                    <a:pt x="211709" y="84816"/>
                    <a:pt x="225679" y="74656"/>
                  </a:cubicBezTo>
                  <a:cubicBezTo>
                    <a:pt x="238379" y="65766"/>
                    <a:pt x="252349" y="61956"/>
                    <a:pt x="266319" y="60686"/>
                  </a:cubicBezTo>
                  <a:cubicBezTo>
                    <a:pt x="279019" y="60686"/>
                    <a:pt x="294259" y="63226"/>
                    <a:pt x="306959" y="68306"/>
                  </a:cubicBezTo>
                  <a:cubicBezTo>
                    <a:pt x="319659" y="73386"/>
                    <a:pt x="332359" y="83546"/>
                    <a:pt x="339979" y="93706"/>
                  </a:cubicBezTo>
                  <a:cubicBezTo>
                    <a:pt x="348869" y="103866"/>
                    <a:pt x="356489" y="114026"/>
                    <a:pt x="357759" y="131806"/>
                  </a:cubicBezTo>
                  <a:cubicBezTo>
                    <a:pt x="360299" y="171176"/>
                    <a:pt x="326009" y="257536"/>
                    <a:pt x="295529" y="327386"/>
                  </a:cubicBezTo>
                  <a:cubicBezTo>
                    <a:pt x="257429" y="415016"/>
                    <a:pt x="183769" y="578846"/>
                    <a:pt x="136779" y="615676"/>
                  </a:cubicBezTo>
                  <a:cubicBezTo>
                    <a:pt x="117729" y="630916"/>
                    <a:pt x="99949" y="630916"/>
                    <a:pt x="82169" y="629646"/>
                  </a:cubicBezTo>
                  <a:cubicBezTo>
                    <a:pt x="64389" y="628376"/>
                    <a:pt x="44069" y="619486"/>
                    <a:pt x="30099" y="608056"/>
                  </a:cubicBezTo>
                  <a:cubicBezTo>
                    <a:pt x="16129" y="595356"/>
                    <a:pt x="5969" y="576306"/>
                    <a:pt x="2159" y="558526"/>
                  </a:cubicBezTo>
                  <a:cubicBezTo>
                    <a:pt x="-1651" y="540746"/>
                    <a:pt x="889" y="517886"/>
                    <a:pt x="9779" y="502646"/>
                  </a:cubicBezTo>
                  <a:cubicBezTo>
                    <a:pt x="17399" y="486136"/>
                    <a:pt x="31369" y="469626"/>
                    <a:pt x="49149" y="462006"/>
                  </a:cubicBezTo>
                  <a:cubicBezTo>
                    <a:pt x="70739" y="453116"/>
                    <a:pt x="110109" y="451846"/>
                    <a:pt x="131699" y="463276"/>
                  </a:cubicBezTo>
                  <a:cubicBezTo>
                    <a:pt x="153289" y="475976"/>
                    <a:pt x="174879" y="508996"/>
                    <a:pt x="177419" y="533126"/>
                  </a:cubicBezTo>
                  <a:cubicBezTo>
                    <a:pt x="179959" y="557256"/>
                    <a:pt x="163449" y="594086"/>
                    <a:pt x="144399" y="609326"/>
                  </a:cubicBezTo>
                  <a:cubicBezTo>
                    <a:pt x="125349" y="625836"/>
                    <a:pt x="87249" y="633456"/>
                    <a:pt x="63119" y="625836"/>
                  </a:cubicBezTo>
                  <a:cubicBezTo>
                    <a:pt x="40259" y="619486"/>
                    <a:pt x="13589" y="589006"/>
                    <a:pt x="4699" y="567416"/>
                  </a:cubicBezTo>
                  <a:cubicBezTo>
                    <a:pt x="-2921" y="549636"/>
                    <a:pt x="-381" y="534396"/>
                    <a:pt x="5969" y="511536"/>
                  </a:cubicBezTo>
                  <a:cubicBezTo>
                    <a:pt x="17399" y="464546"/>
                    <a:pt x="79629" y="383266"/>
                    <a:pt x="111379" y="315956"/>
                  </a:cubicBezTo>
                  <a:cubicBezTo>
                    <a:pt x="143129" y="247376"/>
                    <a:pt x="172339" y="141966"/>
                    <a:pt x="196469" y="103866"/>
                  </a:cubicBezTo>
                  <a:cubicBezTo>
                    <a:pt x="207899" y="87356"/>
                    <a:pt x="214249" y="81006"/>
                    <a:pt x="225679" y="74656"/>
                  </a:cubicBezTo>
                  <a:cubicBezTo>
                    <a:pt x="238379" y="67036"/>
                    <a:pt x="252349" y="61956"/>
                    <a:pt x="266319" y="60686"/>
                  </a:cubicBezTo>
                  <a:cubicBezTo>
                    <a:pt x="279019" y="60686"/>
                    <a:pt x="294259" y="63226"/>
                    <a:pt x="306959" y="68306"/>
                  </a:cubicBezTo>
                  <a:cubicBezTo>
                    <a:pt x="319659" y="73386"/>
                    <a:pt x="332359" y="82276"/>
                    <a:pt x="339979" y="93706"/>
                  </a:cubicBezTo>
                  <a:cubicBezTo>
                    <a:pt x="350139" y="107676"/>
                    <a:pt x="357759" y="129266"/>
                    <a:pt x="359029" y="152126"/>
                  </a:cubicBezTo>
                  <a:cubicBezTo>
                    <a:pt x="362839" y="185146"/>
                    <a:pt x="352679" y="229596"/>
                    <a:pt x="343789" y="272776"/>
                  </a:cubicBezTo>
                  <a:cubicBezTo>
                    <a:pt x="333629" y="322306"/>
                    <a:pt x="305689" y="388346"/>
                    <a:pt x="298069" y="434066"/>
                  </a:cubicBezTo>
                  <a:cubicBezTo>
                    <a:pt x="292989" y="465816"/>
                    <a:pt x="304419" y="493756"/>
                    <a:pt x="295529" y="515346"/>
                  </a:cubicBezTo>
                  <a:cubicBezTo>
                    <a:pt x="287909" y="534396"/>
                    <a:pt x="267589" y="552176"/>
                    <a:pt x="252349" y="559796"/>
                  </a:cubicBezTo>
                  <a:cubicBezTo>
                    <a:pt x="239649" y="567416"/>
                    <a:pt x="225679" y="569956"/>
                    <a:pt x="211709" y="567416"/>
                  </a:cubicBezTo>
                  <a:cubicBezTo>
                    <a:pt x="193929" y="566146"/>
                    <a:pt x="168529" y="557256"/>
                    <a:pt x="155829" y="543286"/>
                  </a:cubicBezTo>
                  <a:cubicBezTo>
                    <a:pt x="141859" y="529316"/>
                    <a:pt x="131699" y="512806"/>
                    <a:pt x="129159" y="487406"/>
                  </a:cubicBezTo>
                  <a:cubicBezTo>
                    <a:pt x="125349" y="432796"/>
                    <a:pt x="190119" y="294366"/>
                    <a:pt x="206629" y="229596"/>
                  </a:cubicBezTo>
                  <a:cubicBezTo>
                    <a:pt x="215519" y="191496"/>
                    <a:pt x="221869" y="168636"/>
                    <a:pt x="225679" y="136886"/>
                  </a:cubicBezTo>
                  <a:cubicBezTo>
                    <a:pt x="228219" y="102596"/>
                    <a:pt x="211709" y="49256"/>
                    <a:pt x="223139" y="28936"/>
                  </a:cubicBezTo>
                  <a:cubicBezTo>
                    <a:pt x="230759" y="14966"/>
                    <a:pt x="244729" y="9886"/>
                    <a:pt x="257429" y="6076"/>
                  </a:cubicBezTo>
                  <a:cubicBezTo>
                    <a:pt x="270129" y="996"/>
                    <a:pt x="285369" y="-1544"/>
                    <a:pt x="299339" y="996"/>
                  </a:cubicBezTo>
                  <a:cubicBezTo>
                    <a:pt x="315849" y="4806"/>
                    <a:pt x="339979" y="17506"/>
                    <a:pt x="352679" y="30206"/>
                  </a:cubicBezTo>
                  <a:cubicBezTo>
                    <a:pt x="362839" y="41636"/>
                    <a:pt x="367919" y="54336"/>
                    <a:pt x="371729" y="68306"/>
                  </a:cubicBezTo>
                  <a:cubicBezTo>
                    <a:pt x="374269" y="81006"/>
                    <a:pt x="375539" y="93706"/>
                    <a:pt x="370459" y="108946"/>
                  </a:cubicBezTo>
                  <a:cubicBezTo>
                    <a:pt x="362839" y="134346"/>
                    <a:pt x="328549" y="157206"/>
                    <a:pt x="309499" y="197846"/>
                  </a:cubicBezTo>
                  <a:cubicBezTo>
                    <a:pt x="277749" y="263886"/>
                    <a:pt x="258699" y="481056"/>
                    <a:pt x="228219" y="487406"/>
                  </a:cubicBezTo>
                  <a:cubicBezTo>
                    <a:pt x="212979" y="491216"/>
                    <a:pt x="178689" y="453116"/>
                    <a:pt x="177419" y="425176"/>
                  </a:cubicBezTo>
                  <a:cubicBezTo>
                    <a:pt x="174879" y="369296"/>
                    <a:pt x="286639" y="201656"/>
                    <a:pt x="348869" y="169906"/>
                  </a:cubicBezTo>
                  <a:cubicBezTo>
                    <a:pt x="388239" y="150856"/>
                    <a:pt x="459359" y="155936"/>
                    <a:pt x="473329" y="176256"/>
                  </a:cubicBezTo>
                  <a:cubicBezTo>
                    <a:pt x="486029" y="195306"/>
                    <a:pt x="445389" y="239756"/>
                    <a:pt x="436499" y="281666"/>
                  </a:cubicBezTo>
                  <a:cubicBezTo>
                    <a:pt x="423799" y="342626"/>
                    <a:pt x="427609" y="445496"/>
                    <a:pt x="413639" y="508996"/>
                  </a:cubicBezTo>
                  <a:cubicBezTo>
                    <a:pt x="404749" y="555986"/>
                    <a:pt x="394589" y="611866"/>
                    <a:pt x="374269" y="629646"/>
                  </a:cubicBezTo>
                  <a:cubicBezTo>
                    <a:pt x="362839" y="639806"/>
                    <a:pt x="347599" y="638536"/>
                    <a:pt x="333629" y="637266"/>
                  </a:cubicBezTo>
                  <a:cubicBezTo>
                    <a:pt x="315849" y="634726"/>
                    <a:pt x="290449" y="623296"/>
                    <a:pt x="277749" y="611866"/>
                  </a:cubicBezTo>
                  <a:cubicBezTo>
                    <a:pt x="266319" y="601706"/>
                    <a:pt x="259969" y="589006"/>
                    <a:pt x="256159" y="576306"/>
                  </a:cubicBezTo>
                  <a:cubicBezTo>
                    <a:pt x="252349" y="563606"/>
                    <a:pt x="251079" y="548366"/>
                    <a:pt x="253619" y="534396"/>
                  </a:cubicBezTo>
                  <a:cubicBezTo>
                    <a:pt x="256159" y="521696"/>
                    <a:pt x="261239" y="510266"/>
                    <a:pt x="270129" y="497566"/>
                  </a:cubicBezTo>
                  <a:cubicBezTo>
                    <a:pt x="284099" y="477246"/>
                    <a:pt x="320929" y="458196"/>
                    <a:pt x="337439" y="432796"/>
                  </a:cubicBezTo>
                  <a:cubicBezTo>
                    <a:pt x="353949" y="404856"/>
                    <a:pt x="360299" y="368026"/>
                    <a:pt x="369189" y="335006"/>
                  </a:cubicBezTo>
                  <a:cubicBezTo>
                    <a:pt x="378079" y="301986"/>
                    <a:pt x="386969" y="267696"/>
                    <a:pt x="389509" y="233406"/>
                  </a:cubicBezTo>
                  <a:cubicBezTo>
                    <a:pt x="393319" y="196576"/>
                    <a:pt x="376809" y="147046"/>
                    <a:pt x="386969" y="117836"/>
                  </a:cubicBezTo>
                  <a:cubicBezTo>
                    <a:pt x="393319" y="97516"/>
                    <a:pt x="411099" y="81006"/>
                    <a:pt x="426339" y="72116"/>
                  </a:cubicBezTo>
                  <a:cubicBezTo>
                    <a:pt x="439039" y="64496"/>
                    <a:pt x="453009" y="61956"/>
                    <a:pt x="466979" y="61956"/>
                  </a:cubicBezTo>
                  <a:cubicBezTo>
                    <a:pt x="479679" y="61956"/>
                    <a:pt x="494919" y="64496"/>
                    <a:pt x="506349" y="72116"/>
                  </a:cubicBezTo>
                  <a:cubicBezTo>
                    <a:pt x="521589" y="81006"/>
                    <a:pt x="540639" y="101326"/>
                    <a:pt x="548259" y="117836"/>
                  </a:cubicBezTo>
                  <a:cubicBezTo>
                    <a:pt x="553339" y="130536"/>
                    <a:pt x="554609" y="141966"/>
                    <a:pt x="553339" y="158476"/>
                  </a:cubicBezTo>
                  <a:cubicBezTo>
                    <a:pt x="549529" y="183876"/>
                    <a:pt x="525399" y="221976"/>
                    <a:pt x="516509" y="256266"/>
                  </a:cubicBezTo>
                  <a:cubicBezTo>
                    <a:pt x="507619" y="291826"/>
                    <a:pt x="503809" y="329926"/>
                    <a:pt x="501269" y="365486"/>
                  </a:cubicBezTo>
                  <a:cubicBezTo>
                    <a:pt x="498729" y="402316"/>
                    <a:pt x="510159" y="444226"/>
                    <a:pt x="501269" y="477246"/>
                  </a:cubicBezTo>
                  <a:cubicBezTo>
                    <a:pt x="494919" y="505186"/>
                    <a:pt x="482219" y="533126"/>
                    <a:pt x="460629" y="553446"/>
                  </a:cubicBezTo>
                  <a:cubicBezTo>
                    <a:pt x="436499" y="576306"/>
                    <a:pt x="366649" y="609326"/>
                    <a:pt x="352679" y="597896"/>
                  </a:cubicBezTo>
                  <a:cubicBezTo>
                    <a:pt x="338709" y="587736"/>
                    <a:pt x="359029" y="542016"/>
                    <a:pt x="366649" y="502646"/>
                  </a:cubicBezTo>
                  <a:cubicBezTo>
                    <a:pt x="378079" y="439146"/>
                    <a:pt x="380619" y="271506"/>
                    <a:pt x="418719" y="253726"/>
                  </a:cubicBezTo>
                  <a:cubicBezTo>
                    <a:pt x="447929" y="241026"/>
                    <a:pt x="526669" y="282936"/>
                    <a:pt x="543179" y="326116"/>
                  </a:cubicBezTo>
                  <a:cubicBezTo>
                    <a:pt x="571119" y="398506"/>
                    <a:pt x="433959" y="616946"/>
                    <a:pt x="425069" y="699496"/>
                  </a:cubicBezTo>
                  <a:cubicBezTo>
                    <a:pt x="419989" y="740136"/>
                    <a:pt x="442849" y="769346"/>
                    <a:pt x="433959" y="792206"/>
                  </a:cubicBezTo>
                  <a:cubicBezTo>
                    <a:pt x="426339" y="809986"/>
                    <a:pt x="404749" y="825226"/>
                    <a:pt x="386969" y="831576"/>
                  </a:cubicBezTo>
                  <a:cubicBezTo>
                    <a:pt x="369189" y="837926"/>
                    <a:pt x="343789" y="836656"/>
                    <a:pt x="326009" y="830306"/>
                  </a:cubicBezTo>
                  <a:cubicBezTo>
                    <a:pt x="308229" y="822686"/>
                    <a:pt x="289179" y="803636"/>
                    <a:pt x="280289" y="788396"/>
                  </a:cubicBezTo>
                  <a:cubicBezTo>
                    <a:pt x="273939" y="775696"/>
                    <a:pt x="271399" y="766806"/>
                    <a:pt x="271399" y="747756"/>
                  </a:cubicBezTo>
                  <a:cubicBezTo>
                    <a:pt x="273939" y="699496"/>
                    <a:pt x="332359" y="576306"/>
                    <a:pt x="355219" y="496296"/>
                  </a:cubicBezTo>
                  <a:cubicBezTo>
                    <a:pt x="374269" y="425176"/>
                    <a:pt x="381889" y="328656"/>
                    <a:pt x="399669" y="291826"/>
                  </a:cubicBezTo>
                  <a:cubicBezTo>
                    <a:pt x="408559" y="275316"/>
                    <a:pt x="416179" y="267696"/>
                    <a:pt x="427609" y="260076"/>
                  </a:cubicBezTo>
                  <a:cubicBezTo>
                    <a:pt x="439039" y="252456"/>
                    <a:pt x="451739" y="247376"/>
                    <a:pt x="465709" y="246106"/>
                  </a:cubicBezTo>
                  <a:cubicBezTo>
                    <a:pt x="483489" y="244836"/>
                    <a:pt x="510159" y="251186"/>
                    <a:pt x="525399" y="260076"/>
                  </a:cubicBezTo>
                  <a:cubicBezTo>
                    <a:pt x="538099" y="267696"/>
                    <a:pt x="546989" y="279126"/>
                    <a:pt x="553339" y="291826"/>
                  </a:cubicBezTo>
                  <a:cubicBezTo>
                    <a:pt x="559689" y="303256"/>
                    <a:pt x="559689" y="310876"/>
                    <a:pt x="563499" y="331196"/>
                  </a:cubicBezTo>
                  <a:cubicBezTo>
                    <a:pt x="573659" y="404856"/>
                    <a:pt x="588899" y="759186"/>
                    <a:pt x="581279" y="831576"/>
                  </a:cubicBezTo>
                  <a:cubicBezTo>
                    <a:pt x="578739" y="851896"/>
                    <a:pt x="577469" y="859516"/>
                    <a:pt x="571119" y="870946"/>
                  </a:cubicBezTo>
                  <a:cubicBezTo>
                    <a:pt x="566039" y="882376"/>
                    <a:pt x="557149" y="893806"/>
                    <a:pt x="544449" y="900156"/>
                  </a:cubicBezTo>
                  <a:cubicBezTo>
                    <a:pt x="530479" y="909046"/>
                    <a:pt x="503809" y="915396"/>
                    <a:pt x="487299" y="915396"/>
                  </a:cubicBezTo>
                  <a:cubicBezTo>
                    <a:pt x="473329" y="914126"/>
                    <a:pt x="460629" y="909046"/>
                    <a:pt x="449199" y="900156"/>
                  </a:cubicBezTo>
                  <a:cubicBezTo>
                    <a:pt x="436499" y="889996"/>
                    <a:pt x="423799" y="878566"/>
                    <a:pt x="414909" y="851896"/>
                  </a:cubicBezTo>
                  <a:cubicBezTo>
                    <a:pt x="393319" y="778236"/>
                    <a:pt x="400939" y="520426"/>
                    <a:pt x="422529" y="399776"/>
                  </a:cubicBezTo>
                  <a:cubicBezTo>
                    <a:pt x="436499" y="314686"/>
                    <a:pt x="468249" y="244836"/>
                    <a:pt x="493649" y="188956"/>
                  </a:cubicBezTo>
                  <a:cubicBezTo>
                    <a:pt x="512699" y="148316"/>
                    <a:pt x="533019" y="106406"/>
                    <a:pt x="553339" y="89896"/>
                  </a:cubicBezTo>
                  <a:cubicBezTo>
                    <a:pt x="564769" y="79736"/>
                    <a:pt x="574929" y="77196"/>
                    <a:pt x="587629" y="75926"/>
                  </a:cubicBezTo>
                  <a:cubicBezTo>
                    <a:pt x="604139" y="74656"/>
                    <a:pt x="628269" y="78466"/>
                    <a:pt x="642239" y="87356"/>
                  </a:cubicBezTo>
                  <a:cubicBezTo>
                    <a:pt x="657479" y="97516"/>
                    <a:pt x="670179" y="116566"/>
                    <a:pt x="675259" y="133076"/>
                  </a:cubicBezTo>
                  <a:cubicBezTo>
                    <a:pt x="679069" y="149586"/>
                    <a:pt x="668909" y="187686"/>
                    <a:pt x="668909" y="18768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395960" y="2930842"/>
            <a:ext cx="272415" cy="426720"/>
            <a:chOff x="0" y="0"/>
            <a:chExt cx="363220" cy="568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107" y="50559"/>
              <a:ext cx="264037" cy="466978"/>
            </a:xfrm>
            <a:custGeom>
              <a:avLst/>
              <a:gdLst/>
              <a:ahLst/>
              <a:cxnLst/>
              <a:rect r="r" b="b" t="t" l="l"/>
              <a:pathLst>
                <a:path h="466978" w="264037">
                  <a:moveTo>
                    <a:pt x="1693" y="369811"/>
                  </a:moveTo>
                  <a:cubicBezTo>
                    <a:pt x="61383" y="205981"/>
                    <a:pt x="56303" y="162801"/>
                    <a:pt x="70273" y="131051"/>
                  </a:cubicBezTo>
                  <a:cubicBezTo>
                    <a:pt x="82973" y="104381"/>
                    <a:pt x="127423" y="70091"/>
                    <a:pt x="123613" y="65011"/>
                  </a:cubicBezTo>
                  <a:cubicBezTo>
                    <a:pt x="122343" y="62471"/>
                    <a:pt x="100753" y="75171"/>
                    <a:pt x="98213" y="71361"/>
                  </a:cubicBezTo>
                  <a:cubicBezTo>
                    <a:pt x="94403" y="66281"/>
                    <a:pt x="109643" y="35801"/>
                    <a:pt x="122343" y="24371"/>
                  </a:cubicBezTo>
                  <a:cubicBezTo>
                    <a:pt x="133773" y="11671"/>
                    <a:pt x="152823" y="2781"/>
                    <a:pt x="169333" y="241"/>
                  </a:cubicBezTo>
                  <a:cubicBezTo>
                    <a:pt x="185843" y="-1029"/>
                    <a:pt x="207433" y="2781"/>
                    <a:pt x="221403" y="10401"/>
                  </a:cubicBezTo>
                  <a:cubicBezTo>
                    <a:pt x="236643" y="19291"/>
                    <a:pt x="250613" y="34531"/>
                    <a:pt x="256963" y="51041"/>
                  </a:cubicBezTo>
                  <a:cubicBezTo>
                    <a:pt x="263313" y="66281"/>
                    <a:pt x="267123" y="86601"/>
                    <a:pt x="260773" y="103111"/>
                  </a:cubicBezTo>
                  <a:cubicBezTo>
                    <a:pt x="254423" y="123431"/>
                    <a:pt x="230293" y="153911"/>
                    <a:pt x="208703" y="161531"/>
                  </a:cubicBezTo>
                  <a:cubicBezTo>
                    <a:pt x="187113" y="169151"/>
                    <a:pt x="150283" y="161531"/>
                    <a:pt x="131233" y="150101"/>
                  </a:cubicBezTo>
                  <a:cubicBezTo>
                    <a:pt x="115993" y="141211"/>
                    <a:pt x="104563" y="124701"/>
                    <a:pt x="100753" y="106921"/>
                  </a:cubicBezTo>
                  <a:cubicBezTo>
                    <a:pt x="95673" y="86601"/>
                    <a:pt x="103293" y="48501"/>
                    <a:pt x="115993" y="30721"/>
                  </a:cubicBezTo>
                  <a:cubicBezTo>
                    <a:pt x="126153" y="15481"/>
                    <a:pt x="143933" y="6591"/>
                    <a:pt x="160443" y="2781"/>
                  </a:cubicBezTo>
                  <a:cubicBezTo>
                    <a:pt x="176953" y="-2299"/>
                    <a:pt x="198543" y="241"/>
                    <a:pt x="213783" y="6591"/>
                  </a:cubicBezTo>
                  <a:cubicBezTo>
                    <a:pt x="229023" y="12941"/>
                    <a:pt x="244263" y="28181"/>
                    <a:pt x="253153" y="42151"/>
                  </a:cubicBezTo>
                  <a:cubicBezTo>
                    <a:pt x="260773" y="57391"/>
                    <a:pt x="264583" y="70091"/>
                    <a:pt x="263313" y="94221"/>
                  </a:cubicBezTo>
                  <a:cubicBezTo>
                    <a:pt x="256963" y="158991"/>
                    <a:pt x="179493" y="392671"/>
                    <a:pt x="136313" y="440931"/>
                  </a:cubicBezTo>
                  <a:cubicBezTo>
                    <a:pt x="119803" y="459981"/>
                    <a:pt x="104563" y="465061"/>
                    <a:pt x="88053" y="466331"/>
                  </a:cubicBezTo>
                  <a:cubicBezTo>
                    <a:pt x="70273" y="468871"/>
                    <a:pt x="47413" y="463791"/>
                    <a:pt x="33443" y="453631"/>
                  </a:cubicBezTo>
                  <a:cubicBezTo>
                    <a:pt x="19473" y="443471"/>
                    <a:pt x="6773" y="423151"/>
                    <a:pt x="1693" y="407911"/>
                  </a:cubicBezTo>
                  <a:cubicBezTo>
                    <a:pt x="-2117" y="395211"/>
                    <a:pt x="1693" y="369811"/>
                    <a:pt x="1693" y="369811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376910" y="2904172"/>
            <a:ext cx="273368" cy="380047"/>
            <a:chOff x="0" y="0"/>
            <a:chExt cx="364490" cy="506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731" y="50564"/>
              <a:ext cx="261689" cy="404346"/>
            </a:xfrm>
            <a:custGeom>
              <a:avLst/>
              <a:gdLst/>
              <a:ahLst/>
              <a:cxnLst/>
              <a:rect r="r" b="b" t="t" l="l"/>
              <a:pathLst>
                <a:path h="404346" w="261689">
                  <a:moveTo>
                    <a:pt x="261689" y="77706"/>
                  </a:moveTo>
                  <a:cubicBezTo>
                    <a:pt x="222319" y="308846"/>
                    <a:pt x="167709" y="360916"/>
                    <a:pt x="135959" y="383776"/>
                  </a:cubicBezTo>
                  <a:cubicBezTo>
                    <a:pt x="118179" y="396476"/>
                    <a:pt x="104209" y="402826"/>
                    <a:pt x="87699" y="404096"/>
                  </a:cubicBezTo>
                  <a:cubicBezTo>
                    <a:pt x="71189" y="405366"/>
                    <a:pt x="50869" y="401556"/>
                    <a:pt x="38169" y="391396"/>
                  </a:cubicBezTo>
                  <a:cubicBezTo>
                    <a:pt x="20389" y="378696"/>
                    <a:pt x="69" y="346946"/>
                    <a:pt x="69" y="325356"/>
                  </a:cubicBezTo>
                  <a:cubicBezTo>
                    <a:pt x="-1201" y="302496"/>
                    <a:pt x="15309" y="269476"/>
                    <a:pt x="34359" y="256776"/>
                  </a:cubicBezTo>
                  <a:cubicBezTo>
                    <a:pt x="52139" y="242806"/>
                    <a:pt x="88969" y="237726"/>
                    <a:pt x="110559" y="245346"/>
                  </a:cubicBezTo>
                  <a:cubicBezTo>
                    <a:pt x="130879" y="254236"/>
                    <a:pt x="155009" y="280906"/>
                    <a:pt x="161359" y="302496"/>
                  </a:cubicBezTo>
                  <a:cubicBezTo>
                    <a:pt x="166439" y="325356"/>
                    <a:pt x="155009" y="360916"/>
                    <a:pt x="142309" y="377426"/>
                  </a:cubicBezTo>
                  <a:cubicBezTo>
                    <a:pt x="132149" y="391396"/>
                    <a:pt x="113099" y="400286"/>
                    <a:pt x="96589" y="402826"/>
                  </a:cubicBezTo>
                  <a:cubicBezTo>
                    <a:pt x="81349" y="406636"/>
                    <a:pt x="59759" y="402826"/>
                    <a:pt x="45789" y="396476"/>
                  </a:cubicBezTo>
                  <a:cubicBezTo>
                    <a:pt x="30549" y="388856"/>
                    <a:pt x="15309" y="374886"/>
                    <a:pt x="8959" y="358376"/>
                  </a:cubicBezTo>
                  <a:cubicBezTo>
                    <a:pt x="69" y="339326"/>
                    <a:pt x="69" y="303766"/>
                    <a:pt x="10229" y="282176"/>
                  </a:cubicBezTo>
                  <a:cubicBezTo>
                    <a:pt x="21659" y="259316"/>
                    <a:pt x="63569" y="252966"/>
                    <a:pt x="80079" y="230106"/>
                  </a:cubicBezTo>
                  <a:cubicBezTo>
                    <a:pt x="96589" y="205976"/>
                    <a:pt x="100399" y="166606"/>
                    <a:pt x="105479" y="136126"/>
                  </a:cubicBezTo>
                  <a:cubicBezTo>
                    <a:pt x="109289" y="109456"/>
                    <a:pt x="100399" y="80246"/>
                    <a:pt x="108019" y="58656"/>
                  </a:cubicBezTo>
                  <a:cubicBezTo>
                    <a:pt x="113099" y="40876"/>
                    <a:pt x="124529" y="23096"/>
                    <a:pt x="139769" y="12936"/>
                  </a:cubicBezTo>
                  <a:cubicBezTo>
                    <a:pt x="153739" y="2776"/>
                    <a:pt x="177869" y="-1034"/>
                    <a:pt x="193109" y="236"/>
                  </a:cubicBezTo>
                  <a:cubicBezTo>
                    <a:pt x="205809" y="236"/>
                    <a:pt x="218509" y="4046"/>
                    <a:pt x="228669" y="12936"/>
                  </a:cubicBezTo>
                  <a:cubicBezTo>
                    <a:pt x="242639" y="25636"/>
                    <a:pt x="261689" y="77706"/>
                    <a:pt x="261689" y="7770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5551" y="4183559"/>
            <a:ext cx="9547587" cy="653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7073" indent="-493536" lvl="1">
              <a:lnSpc>
                <a:spcPts val="5943"/>
              </a:lnSpc>
              <a:buFont typeface="Arial"/>
              <a:buChar char="•"/>
            </a:pPr>
            <a:r>
              <a:rPr lang="en-US" sz="4571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Cedre Morales</a:t>
            </a:r>
          </a:p>
          <a:p>
            <a:pPr algn="l">
              <a:lnSpc>
                <a:spcPts val="5943"/>
              </a:lnSpc>
            </a:pPr>
          </a:p>
          <a:p>
            <a:pPr algn="l">
              <a:lnSpc>
                <a:spcPts val="5943"/>
              </a:lnSpc>
            </a:pPr>
          </a:p>
          <a:p>
            <a:pPr algn="l" marL="987073" indent="-493536" lvl="1">
              <a:lnSpc>
                <a:spcPts val="5943"/>
              </a:lnSpc>
              <a:buFont typeface="Arial"/>
              <a:buChar char="•"/>
            </a:pPr>
            <a:r>
              <a:rPr lang="en-US" sz="4571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Jeremy Opazo</a:t>
            </a:r>
          </a:p>
          <a:p>
            <a:pPr algn="l">
              <a:lnSpc>
                <a:spcPts val="5943"/>
              </a:lnSpc>
            </a:pPr>
          </a:p>
          <a:p>
            <a:pPr algn="l">
              <a:lnSpc>
                <a:spcPts val="5943"/>
              </a:lnSpc>
            </a:pPr>
          </a:p>
          <a:p>
            <a:pPr algn="l" marL="987073" indent="-493536" lvl="1">
              <a:lnSpc>
                <a:spcPts val="5943"/>
              </a:lnSpc>
              <a:buFont typeface="Arial"/>
              <a:buChar char="•"/>
            </a:pPr>
            <a:r>
              <a:rPr lang="en-US" sz="4571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Maximiliano Mendoza </a:t>
            </a:r>
          </a:p>
          <a:p>
            <a:pPr algn="l">
              <a:lnSpc>
                <a:spcPts val="5943"/>
              </a:lnSpc>
            </a:pPr>
          </a:p>
          <a:p>
            <a:pPr algn="l">
              <a:lnSpc>
                <a:spcPts val="4095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8816091" y="7251641"/>
            <a:ext cx="2857858" cy="28578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78105" y="2507023"/>
            <a:ext cx="2720522" cy="272052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91073" y="5415331"/>
            <a:ext cx="2774063" cy="277406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788" r="0" b="-5788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81337" y="431644"/>
            <a:ext cx="7260748" cy="266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2"/>
              </a:lnSpc>
            </a:pPr>
            <a:r>
              <a:rPr lang="en-US" sz="8735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INTEGRANTES </a:t>
            </a:r>
          </a:p>
          <a:p>
            <a:pPr algn="l">
              <a:lnSpc>
                <a:spcPts val="1048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719435" y="-9834478"/>
            <a:ext cx="19726870" cy="11836122"/>
            <a:chOff x="0" y="0"/>
            <a:chExt cx="6350000" cy="381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10800000">
            <a:off x="2266136" y="6443570"/>
            <a:ext cx="1994279" cy="1994279"/>
          </a:xfrm>
          <a:custGeom>
            <a:avLst/>
            <a:gdLst/>
            <a:ahLst/>
            <a:cxnLst/>
            <a:rect r="r" b="b" t="t" l="l"/>
            <a:pathLst>
              <a:path h="1994279" w="1994279">
                <a:moveTo>
                  <a:pt x="0" y="0"/>
                </a:moveTo>
                <a:lnTo>
                  <a:pt x="1994279" y="0"/>
                </a:lnTo>
                <a:lnTo>
                  <a:pt x="1994279" y="1994279"/>
                </a:lnTo>
                <a:lnTo>
                  <a:pt x="0" y="1994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9481" y="2557673"/>
            <a:ext cx="38390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1.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71948" y="5853323"/>
            <a:ext cx="38390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2. 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4457" y="2557673"/>
            <a:ext cx="38390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3.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7214" y="561975"/>
            <a:ext cx="1039357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abstract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77015" y="5853323"/>
            <a:ext cx="34177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4. Result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749" y="3352800"/>
            <a:ext cx="3744774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8"/>
              </a:lnSpc>
              <a:spcBef>
                <a:spcPct val="0"/>
              </a:spcBef>
            </a:pPr>
            <a:r>
              <a:rPr lang="en-US" b="true" sz="2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SERVICLEMANT relies on manual processes and has no digital presence, limiting its growth and service management.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71948" y="6693584"/>
            <a:ext cx="3839042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8"/>
              </a:lnSpc>
              <a:spcBef>
                <a:spcPct val="0"/>
              </a:spcBef>
            </a:pPr>
            <a:r>
              <a:rPr lang="en-US" b="true" sz="2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Modernize the company by creating a functional website and a database to optimize internal processes and improve competitiveness.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4457" y="3352800"/>
            <a:ext cx="3839042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8"/>
              </a:lnSpc>
              <a:spcBef>
                <a:spcPct val="0"/>
              </a:spcBef>
            </a:pPr>
            <a:r>
              <a:rPr lang="en-US" b="true" sz="2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complete website was built with service requests, user profiles, admin panel, automatic email system, and REST API, using HTML, CSS, JavaScript, and Visual Studio Code.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47392" y="6693584"/>
            <a:ext cx="387703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  <a:spcBef>
                <a:spcPct val="0"/>
              </a:spcBef>
            </a:pPr>
            <a:r>
              <a:rPr lang="en-US" b="true" sz="26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company now has a fully operational digital platform that improves management, increases efficiency, and helps attract new clients.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1052344" y="7087095"/>
            <a:ext cx="1994279" cy="1994279"/>
          </a:xfrm>
          <a:custGeom>
            <a:avLst/>
            <a:gdLst/>
            <a:ahLst/>
            <a:cxnLst/>
            <a:rect r="r" b="b" t="t" l="l"/>
            <a:pathLst>
              <a:path h="1994279" w="1994279">
                <a:moveTo>
                  <a:pt x="0" y="0"/>
                </a:moveTo>
                <a:lnTo>
                  <a:pt x="1994279" y="0"/>
                </a:lnTo>
                <a:lnTo>
                  <a:pt x="1994279" y="1994279"/>
                </a:lnTo>
                <a:lnTo>
                  <a:pt x="0" y="1994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6092651" y="3245332"/>
            <a:ext cx="1994279" cy="1994279"/>
          </a:xfrm>
          <a:custGeom>
            <a:avLst/>
            <a:gdLst/>
            <a:ahLst/>
            <a:cxnLst/>
            <a:rect r="r" b="b" t="t" l="l"/>
            <a:pathLst>
              <a:path h="1994279" w="1994279">
                <a:moveTo>
                  <a:pt x="1994279" y="0"/>
                </a:moveTo>
                <a:lnTo>
                  <a:pt x="0" y="0"/>
                </a:lnTo>
                <a:lnTo>
                  <a:pt x="0" y="1994279"/>
                </a:lnTo>
                <a:lnTo>
                  <a:pt x="1994279" y="1994279"/>
                </a:lnTo>
                <a:lnTo>
                  <a:pt x="19942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5593366" y="3245332"/>
            <a:ext cx="1994279" cy="1994279"/>
          </a:xfrm>
          <a:custGeom>
            <a:avLst/>
            <a:gdLst/>
            <a:ahLst/>
            <a:cxnLst/>
            <a:rect r="r" b="b" t="t" l="l"/>
            <a:pathLst>
              <a:path h="1994279" w="1994279">
                <a:moveTo>
                  <a:pt x="1994279" y="0"/>
                </a:moveTo>
                <a:lnTo>
                  <a:pt x="0" y="0"/>
                </a:lnTo>
                <a:lnTo>
                  <a:pt x="0" y="1994279"/>
                </a:lnTo>
                <a:lnTo>
                  <a:pt x="1994279" y="1994279"/>
                </a:lnTo>
                <a:lnTo>
                  <a:pt x="19942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050" y="-506759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05689" y="-556369"/>
            <a:ext cx="6397298" cy="4282256"/>
            <a:chOff x="0" y="0"/>
            <a:chExt cx="736600" cy="4930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6600" cy="493069"/>
            </a:xfrm>
            <a:custGeom>
              <a:avLst/>
              <a:gdLst/>
              <a:ahLst/>
              <a:cxnLst/>
              <a:rect r="r" b="b" t="t" l="l"/>
              <a:pathLst>
                <a:path h="493069" w="736600">
                  <a:moveTo>
                    <a:pt x="736600" y="0"/>
                  </a:moveTo>
                  <a:lnTo>
                    <a:pt x="736600" y="493069"/>
                  </a:lnTo>
                  <a:lnTo>
                    <a:pt x="368300" y="366069"/>
                  </a:lnTo>
                  <a:lnTo>
                    <a:pt x="0" y="49306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142E8">
                <a:alpha val="8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36600" cy="36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7063" y="-556369"/>
            <a:ext cx="6397298" cy="4456982"/>
            <a:chOff x="0" y="0"/>
            <a:chExt cx="736600" cy="5131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" cy="513187"/>
            </a:xfrm>
            <a:custGeom>
              <a:avLst/>
              <a:gdLst/>
              <a:ahLst/>
              <a:cxnLst/>
              <a:rect r="r" b="b" t="t" l="l"/>
              <a:pathLst>
                <a:path h="513187" w="736600">
                  <a:moveTo>
                    <a:pt x="736600" y="0"/>
                  </a:moveTo>
                  <a:lnTo>
                    <a:pt x="736600" y="513187"/>
                  </a:lnTo>
                  <a:lnTo>
                    <a:pt x="368300" y="386187"/>
                  </a:lnTo>
                  <a:lnTo>
                    <a:pt x="0" y="513187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142E8">
                <a:alpha val="8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36600" cy="386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-776375"/>
            <a:ext cx="18288000" cy="2361134"/>
            <a:chOff x="0" y="0"/>
            <a:chExt cx="4816593" cy="6218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621863"/>
            </a:xfrm>
            <a:custGeom>
              <a:avLst/>
              <a:gdLst/>
              <a:ahLst/>
              <a:cxnLst/>
              <a:rect r="r" b="b" t="t" l="l"/>
              <a:pathLst>
                <a:path h="62186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1863"/>
                  </a:lnTo>
                  <a:lnTo>
                    <a:pt x="0" y="621863"/>
                  </a:lnTo>
                  <a:close/>
                </a:path>
              </a:pathLst>
            </a:custGeom>
            <a:solidFill>
              <a:srgbClr val="0142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816593" cy="62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068" y="5585431"/>
            <a:ext cx="14448667" cy="4141563"/>
            <a:chOff x="0" y="0"/>
            <a:chExt cx="3805410" cy="10907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05410" cy="1090782"/>
            </a:xfrm>
            <a:custGeom>
              <a:avLst/>
              <a:gdLst/>
              <a:ahLst/>
              <a:cxnLst/>
              <a:rect r="r" b="b" t="t" l="l"/>
              <a:pathLst>
                <a:path h="1090782" w="3805410">
                  <a:moveTo>
                    <a:pt x="0" y="0"/>
                  </a:moveTo>
                  <a:lnTo>
                    <a:pt x="3805410" y="0"/>
                  </a:lnTo>
                  <a:lnTo>
                    <a:pt x="3805410" y="1090782"/>
                  </a:lnTo>
                  <a:lnTo>
                    <a:pt x="0" y="1090782"/>
                  </a:lnTo>
                  <a:close/>
                </a:path>
              </a:pathLst>
            </a:custGeom>
            <a:solidFill>
              <a:srgbClr val="0142E8">
                <a:alpha val="8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805410" cy="1090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00563" y="413717"/>
            <a:ext cx="1382786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DESCRIPCIÓN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1611" y="1917291"/>
            <a:ext cx="243988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93870" y="1917291"/>
            <a:ext cx="218777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olución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6094" y="5677280"/>
            <a:ext cx="132501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94374" y="6563105"/>
            <a:ext cx="1342300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SERVICLEM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ANT LIMITADA, empresa de limpieza industrial, moderniza sus procesos para mejorar la competencia, ofreciendo desarrollo de software y optimización de bases de datos.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06759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05689" y="-556369"/>
            <a:ext cx="6397298" cy="4282256"/>
            <a:chOff x="0" y="0"/>
            <a:chExt cx="736600" cy="4930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6600" cy="493069"/>
            </a:xfrm>
            <a:custGeom>
              <a:avLst/>
              <a:gdLst/>
              <a:ahLst/>
              <a:cxnLst/>
              <a:rect r="r" b="b" t="t" l="l"/>
              <a:pathLst>
                <a:path h="493069" w="736600">
                  <a:moveTo>
                    <a:pt x="736600" y="0"/>
                  </a:moveTo>
                  <a:lnTo>
                    <a:pt x="736600" y="493069"/>
                  </a:lnTo>
                  <a:lnTo>
                    <a:pt x="368300" y="366069"/>
                  </a:lnTo>
                  <a:lnTo>
                    <a:pt x="0" y="493069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142E8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36600" cy="36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7063" y="-556369"/>
            <a:ext cx="7995143" cy="10843369"/>
            <a:chOff x="0" y="0"/>
            <a:chExt cx="920580" cy="12485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0580" cy="1248531"/>
            </a:xfrm>
            <a:custGeom>
              <a:avLst/>
              <a:gdLst/>
              <a:ahLst/>
              <a:cxnLst/>
              <a:rect r="r" b="b" t="t" l="l"/>
              <a:pathLst>
                <a:path h="1248531" w="920580">
                  <a:moveTo>
                    <a:pt x="920580" y="0"/>
                  </a:moveTo>
                  <a:lnTo>
                    <a:pt x="920580" y="1248531"/>
                  </a:lnTo>
                  <a:lnTo>
                    <a:pt x="460290" y="1121531"/>
                  </a:lnTo>
                  <a:lnTo>
                    <a:pt x="0" y="1248531"/>
                  </a:lnTo>
                  <a:lnTo>
                    <a:pt x="0" y="0"/>
                  </a:lnTo>
                  <a:lnTo>
                    <a:pt x="920580" y="0"/>
                  </a:lnTo>
                  <a:close/>
                </a:path>
              </a:pathLst>
            </a:custGeom>
            <a:solidFill>
              <a:srgbClr val="0142E8">
                <a:alpha val="8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20580" cy="1121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-776375"/>
            <a:ext cx="18288000" cy="2361134"/>
            <a:chOff x="0" y="0"/>
            <a:chExt cx="4816593" cy="6218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621863"/>
            </a:xfrm>
            <a:custGeom>
              <a:avLst/>
              <a:gdLst/>
              <a:ahLst/>
              <a:cxnLst/>
              <a:rect r="r" b="b" t="t" l="l"/>
              <a:pathLst>
                <a:path h="62186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1863"/>
                  </a:lnTo>
                  <a:lnTo>
                    <a:pt x="0" y="621863"/>
                  </a:lnTo>
                  <a:close/>
                </a:path>
              </a:pathLst>
            </a:custGeom>
            <a:solidFill>
              <a:srgbClr val="0142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816593" cy="62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52950" y="1917291"/>
            <a:ext cx="243720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b="true" sz="4029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3870" y="1917291"/>
            <a:ext cx="218777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6747" y="3404945"/>
            <a:ext cx="6451690" cy="428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03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SERVICLEM</a:t>
            </a:r>
            <a:r>
              <a:rPr lang="en-US" sz="303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ANT LIMITADA (limpieza industrial) busca modernizar y digitalizar sus procesos. Actualmente opera con métodos manuales y sin presencia digital, lo que afecta su competitividad</a:t>
            </a:r>
            <a:r>
              <a:rPr lang="en-US" sz="3035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y gestión.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491038" y="413717"/>
            <a:ext cx="1382786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DESCRIPCIÓN DEL PROYECTO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06759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16103" y="-556369"/>
            <a:ext cx="8186885" cy="10396675"/>
            <a:chOff x="0" y="0"/>
            <a:chExt cx="942657" cy="11970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2657" cy="1197098"/>
            </a:xfrm>
            <a:custGeom>
              <a:avLst/>
              <a:gdLst/>
              <a:ahLst/>
              <a:cxnLst/>
              <a:rect r="r" b="b" t="t" l="l"/>
              <a:pathLst>
                <a:path h="1197098" w="942657">
                  <a:moveTo>
                    <a:pt x="942657" y="0"/>
                  </a:moveTo>
                  <a:lnTo>
                    <a:pt x="942657" y="1197098"/>
                  </a:lnTo>
                  <a:lnTo>
                    <a:pt x="471329" y="1070098"/>
                  </a:lnTo>
                  <a:lnTo>
                    <a:pt x="0" y="1197098"/>
                  </a:lnTo>
                  <a:lnTo>
                    <a:pt x="0" y="0"/>
                  </a:lnTo>
                  <a:lnTo>
                    <a:pt x="942657" y="0"/>
                  </a:lnTo>
                  <a:close/>
                </a:path>
              </a:pathLst>
            </a:custGeom>
            <a:solidFill>
              <a:srgbClr val="0142E8">
                <a:alpha val="8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942657" cy="107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-776375"/>
            <a:ext cx="18288000" cy="2361134"/>
            <a:chOff x="0" y="0"/>
            <a:chExt cx="4816593" cy="621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621863"/>
            </a:xfrm>
            <a:custGeom>
              <a:avLst/>
              <a:gdLst/>
              <a:ahLst/>
              <a:cxnLst/>
              <a:rect r="r" b="b" t="t" l="l"/>
              <a:pathLst>
                <a:path h="62186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1863"/>
                  </a:lnTo>
                  <a:lnTo>
                    <a:pt x="0" y="621863"/>
                  </a:lnTo>
                  <a:close/>
                </a:path>
              </a:pathLst>
            </a:custGeom>
            <a:solidFill>
              <a:srgbClr val="0142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816593" cy="621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7063" y="-556369"/>
            <a:ext cx="6397298" cy="4456982"/>
            <a:chOff x="0" y="0"/>
            <a:chExt cx="736600" cy="5131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" cy="513187"/>
            </a:xfrm>
            <a:custGeom>
              <a:avLst/>
              <a:gdLst/>
              <a:ahLst/>
              <a:cxnLst/>
              <a:rect r="r" b="b" t="t" l="l"/>
              <a:pathLst>
                <a:path h="513187" w="736600">
                  <a:moveTo>
                    <a:pt x="736600" y="0"/>
                  </a:moveTo>
                  <a:lnTo>
                    <a:pt x="736600" y="513187"/>
                  </a:lnTo>
                  <a:lnTo>
                    <a:pt x="368300" y="386187"/>
                  </a:lnTo>
                  <a:lnTo>
                    <a:pt x="0" y="513187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142E8">
                <a:alpha val="8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36600" cy="386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51611" y="1917291"/>
            <a:ext cx="243988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3870" y="1917291"/>
            <a:ext cx="218777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41"/>
              </a:lnSpc>
              <a:spcBef>
                <a:spcPct val="0"/>
              </a:spcBef>
            </a:pP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4034" u="sng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89566" y="3696165"/>
            <a:ext cx="5741882" cy="401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Pa</a:t>
            </a:r>
            <a:r>
              <a:rPr lang="en-US" sz="2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ra modernizar a SERVICLEMANT LIMITADA, el proyecto implementará una solución tecnológica con página de servicios,</a:t>
            </a:r>
            <a:r>
              <a:rPr lang="en-US" sz="2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formulario de solicitudes, correos automáticos,</a:t>
            </a:r>
            <a:r>
              <a:rPr lang="en-US" sz="28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mapa interactivo y consultas de base de datos programadas.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1038" y="413717"/>
            <a:ext cx="1382786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DESCRIPCIÓN DEL PROYECTO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331" y="751677"/>
            <a:ext cx="84344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Objetivo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3461" y="3667125"/>
            <a:ext cx="7581393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4" indent="-410212" lvl="1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Mejorar la competitividad de SERVICLEMANT LIMITADA mediante la modernización de procesos, implementando un sitio web funcional y una base de datos optimizada.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172575" y="-84045"/>
            <a:ext cx="17425149" cy="10455089"/>
            <a:chOff x="0" y="0"/>
            <a:chExt cx="6350000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2"/>
              <a:stretch>
                <a:fillRect l="-3225" t="0" r="-322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145839" y="8308770"/>
            <a:ext cx="1144160" cy="11441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-10800000">
            <a:off x="3289998" y="8308770"/>
            <a:ext cx="1144160" cy="114416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5400000">
            <a:off x="1049356" y="8356447"/>
            <a:ext cx="1144160" cy="1048805"/>
            <a:chOff x="0" y="0"/>
            <a:chExt cx="6350000" cy="5820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92701" y="270500"/>
            <a:ext cx="1003915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Objetivos Específicos</a:t>
            </a:r>
          </a:p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919202" y="3243816"/>
            <a:ext cx="10135452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876" indent="-410438" lvl="1">
              <a:lnSpc>
                <a:spcPts val="4562"/>
              </a:lnSpc>
              <a:buFont typeface="Arial"/>
              <a:buChar char="•"/>
            </a:pPr>
            <a:r>
              <a:rPr lang="en-US" sz="3802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Implementación de solicitudes y perfiles de usuario.</a:t>
            </a:r>
          </a:p>
          <a:p>
            <a:pPr algn="l" marL="820876" indent="-410438" lvl="1">
              <a:lnSpc>
                <a:spcPts val="4562"/>
              </a:lnSpc>
              <a:buFont typeface="Arial"/>
              <a:buChar char="•"/>
            </a:pPr>
            <a:r>
              <a:rPr lang="en-US" sz="3802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Desarro</a:t>
            </a:r>
            <a:r>
              <a:rPr lang="en-US" sz="3802" u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llo de panel de administración y optimización de base de datos.</a:t>
            </a:r>
          </a:p>
          <a:p>
            <a:pPr algn="l" marL="820876" indent="-410438" lvl="1">
              <a:lnSpc>
                <a:spcPts val="4562"/>
              </a:lnSpc>
              <a:buFont typeface="Arial"/>
              <a:buChar char="•"/>
            </a:pPr>
            <a:r>
              <a:rPr lang="en-US" sz="3802" u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Documentación para mantenimiento futuro.</a:t>
            </a:r>
          </a:p>
          <a:p>
            <a:pPr algn="l" marL="820876" indent="-410438" lvl="1">
              <a:lnSpc>
                <a:spcPts val="4562"/>
              </a:lnSpc>
              <a:buFont typeface="Arial"/>
              <a:buChar char="•"/>
            </a:pPr>
            <a:r>
              <a:rPr lang="en-US" sz="3802" u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Integración de comunicación en línea.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9149219" y="0"/>
            <a:ext cx="16860482" cy="10116289"/>
            <a:chOff x="0" y="0"/>
            <a:chExt cx="6350000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2"/>
              <a:stretch>
                <a:fillRect l="-3225" t="0" r="-322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95035" y="8686220"/>
            <a:ext cx="1144160" cy="114416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950876" y="8686220"/>
            <a:ext cx="1144160" cy="114416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5400000">
            <a:off x="17191518" y="8733897"/>
            <a:ext cx="1144160" cy="1048805"/>
            <a:chOff x="0" y="0"/>
            <a:chExt cx="6350000" cy="5820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400000">
            <a:off x="4243225" y="-1422154"/>
            <a:ext cx="3519258" cy="5040473"/>
            <a:chOff x="0" y="0"/>
            <a:chExt cx="443357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0"/>
                  </a:lnTo>
                  <a:lnTo>
                    <a:pt x="4433570" y="0"/>
                  </a:ln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397363" y="-652395"/>
            <a:ext cx="11171719" cy="3510107"/>
            <a:chOff x="0" y="0"/>
            <a:chExt cx="3062537" cy="9622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62537" cy="962236"/>
            </a:xfrm>
            <a:custGeom>
              <a:avLst/>
              <a:gdLst/>
              <a:ahLst/>
              <a:cxnLst/>
              <a:rect r="r" b="b" t="t" l="l"/>
              <a:pathLst>
                <a:path h="962236" w="3062537">
                  <a:moveTo>
                    <a:pt x="0" y="0"/>
                  </a:moveTo>
                  <a:lnTo>
                    <a:pt x="3062537" y="0"/>
                  </a:lnTo>
                  <a:lnTo>
                    <a:pt x="3062537" y="962236"/>
                  </a:lnTo>
                  <a:lnTo>
                    <a:pt x="0" y="962236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062537" cy="962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35939" y="9057368"/>
            <a:ext cx="1348753" cy="859638"/>
            <a:chOff x="0" y="0"/>
            <a:chExt cx="522195" cy="332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62472" y="9057368"/>
            <a:ext cx="1348753" cy="859638"/>
            <a:chOff x="0" y="0"/>
            <a:chExt cx="522195" cy="332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537648"/>
            <a:ext cx="760059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Alcances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149" y="1604448"/>
            <a:ext cx="9151" cy="2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-5400000">
            <a:off x="10333317" y="6764206"/>
            <a:ext cx="3649471" cy="5226971"/>
            <a:chOff x="0" y="0"/>
            <a:chExt cx="443357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0"/>
                  </a:lnTo>
                  <a:lnTo>
                    <a:pt x="4433570" y="0"/>
                  </a:ln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14679689" y="7562446"/>
            <a:ext cx="11585075" cy="3639982"/>
            <a:chOff x="0" y="0"/>
            <a:chExt cx="3062537" cy="9622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62537" cy="962236"/>
            </a:xfrm>
            <a:custGeom>
              <a:avLst/>
              <a:gdLst/>
              <a:ahLst/>
              <a:cxnLst/>
              <a:rect r="r" b="b" t="t" l="l"/>
              <a:pathLst>
                <a:path h="962236" w="3062537">
                  <a:moveTo>
                    <a:pt x="0" y="0"/>
                  </a:moveTo>
                  <a:lnTo>
                    <a:pt x="3062537" y="0"/>
                  </a:lnTo>
                  <a:lnTo>
                    <a:pt x="3062537" y="962236"/>
                  </a:lnTo>
                  <a:lnTo>
                    <a:pt x="0" y="962236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062537" cy="962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71358" y="3298651"/>
            <a:ext cx="9730981" cy="492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itio web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Servicios visibles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Formulario activo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Correo automático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Historial usuario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Panel admin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Rest</a:t>
            </a:r>
          </a:p>
          <a:p>
            <a:pPr algn="l" marL="762374" indent="-381187" lvl="1">
              <a:lnSpc>
                <a:spcPts val="4943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BD operativa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024531" y="152759"/>
            <a:ext cx="1478724" cy="14787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3545807" y="152759"/>
            <a:ext cx="1478724" cy="1478724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-5400000">
            <a:off x="16441636" y="214377"/>
            <a:ext cx="1478724" cy="1355487"/>
            <a:chOff x="0" y="0"/>
            <a:chExt cx="6350000" cy="5820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759681" y="7890563"/>
            <a:ext cx="75283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limitaciones del proyecto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99240" y="4539206"/>
            <a:ext cx="6924346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Limitaciones de tiempo </a:t>
            </a:r>
          </a:p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métodos de pago fueron descartados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14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11773" y="2804560"/>
          <a:ext cx="17295960" cy="7173380"/>
        </p:xfrm>
        <a:graphic>
          <a:graphicData uri="http://schemas.openxmlformats.org/drawingml/2006/table">
            <a:tbl>
              <a:tblPr/>
              <a:tblGrid>
                <a:gridCol w="1955788"/>
                <a:gridCol w="1005001"/>
                <a:gridCol w="1005001"/>
                <a:gridCol w="1005001"/>
                <a:gridCol w="1021408"/>
                <a:gridCol w="1021408"/>
                <a:gridCol w="1021408"/>
                <a:gridCol w="1021408"/>
                <a:gridCol w="1021408"/>
                <a:gridCol w="1021408"/>
                <a:gridCol w="1021408"/>
                <a:gridCol w="1021408"/>
                <a:gridCol w="1031161"/>
                <a:gridCol w="1040914"/>
                <a:gridCol w="1040914"/>
                <a:gridCol w="1040914"/>
              </a:tblGrid>
              <a:tr h="917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1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2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0"/>
                        </a:lnSpc>
                        <a:defRPr/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20"/>
                        </a:lnSpc>
                      </a:pPr>
                      <a:r>
                        <a:rPr lang="en-US" b="true" sz="1300">
                          <a:solidFill>
                            <a:srgbClr val="02267E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3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7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8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9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11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12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13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14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</a:t>
                      </a:r>
                      <a:endParaRPr lang="en-US" sz="1100"/>
                    </a:p>
                    <a:p>
                      <a:pPr algn="ctr">
                        <a:lnSpc>
                          <a:spcPts val="1819"/>
                        </a:lnSpc>
                      </a:pPr>
                      <a:r>
                        <a:rPr lang="en-US" b="true" sz="1299">
                          <a:solidFill>
                            <a:srgbClr val="02267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15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09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Inicio: planificación y análisis para entender el problema.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Diseño: </a:t>
                      </a: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definición de requerimientos, base de datos y UX/UI.</a:t>
                      </a:r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Preparación técnica: configuración de entornos y arquitectura.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Desarrollo: construcción del sistema por etapas + pruebas internas.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12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2267E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Cierre: integración final, pruebas con usuarios, documentación y entrega.</a:t>
                      </a: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2563" marR="192563" marT="192563" marB="192563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AutoShape 3" id="3"/>
          <p:cNvSpPr/>
          <p:nvPr/>
        </p:nvSpPr>
        <p:spPr>
          <a:xfrm>
            <a:off x="2272870" y="4043333"/>
            <a:ext cx="998691" cy="0"/>
          </a:xfrm>
          <a:prstGeom prst="line">
            <a:avLst/>
          </a:prstGeom>
          <a:ln cap="flat" w="285750">
            <a:solidFill>
              <a:srgbClr val="0226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271562" y="4493400"/>
            <a:ext cx="1019367" cy="0"/>
          </a:xfrm>
          <a:prstGeom prst="line">
            <a:avLst/>
          </a:prstGeom>
          <a:ln cap="flat" w="285750">
            <a:solidFill>
              <a:srgbClr val="014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290929" y="5143500"/>
            <a:ext cx="1005837" cy="0"/>
          </a:xfrm>
          <a:prstGeom prst="line">
            <a:avLst/>
          </a:prstGeom>
          <a:ln cap="flat" w="285750">
            <a:solidFill>
              <a:srgbClr val="0226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5296766" y="6264910"/>
            <a:ext cx="1033624" cy="0"/>
          </a:xfrm>
          <a:prstGeom prst="line">
            <a:avLst/>
          </a:prstGeom>
          <a:ln cap="flat" w="285750">
            <a:solidFill>
              <a:srgbClr val="014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11773" y="391876"/>
            <a:ext cx="14281722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Cronograma para el desarrollo del proyecto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288860" y="0"/>
            <a:ext cx="1806130" cy="18061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041824" y="0"/>
            <a:ext cx="1806130" cy="180613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17500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1421130"/>
                    <a:pt x="1753870" y="0"/>
                    <a:pt x="0" y="0"/>
                  </a:cubicBezTo>
                  <a:lnTo>
                    <a:pt x="0" y="6350000"/>
                  </a:lnTo>
                  <a:cubicBezTo>
                    <a:pt x="1753870" y="6350000"/>
                    <a:pt x="3175000" y="4928870"/>
                    <a:pt x="3175000" y="317500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944889" y="0"/>
            <a:ext cx="1791656" cy="1791656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AutoShape 16" id="16"/>
          <p:cNvSpPr/>
          <p:nvPr/>
        </p:nvSpPr>
        <p:spPr>
          <a:xfrm>
            <a:off x="5840695" y="7072201"/>
            <a:ext cx="2001019" cy="0"/>
          </a:xfrm>
          <a:prstGeom prst="line">
            <a:avLst/>
          </a:prstGeom>
          <a:ln cap="flat" w="285750">
            <a:solidFill>
              <a:srgbClr val="0226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841714" y="7677708"/>
            <a:ext cx="2852479" cy="0"/>
          </a:xfrm>
          <a:prstGeom prst="line">
            <a:avLst/>
          </a:prstGeom>
          <a:ln cap="flat" w="285750">
            <a:solidFill>
              <a:srgbClr val="0145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357051" y="8247710"/>
            <a:ext cx="1563196" cy="0"/>
          </a:xfrm>
          <a:prstGeom prst="line">
            <a:avLst/>
          </a:prstGeom>
          <a:ln cap="flat" w="285750">
            <a:solidFill>
              <a:srgbClr val="0226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1920247" y="8758822"/>
            <a:ext cx="2083142" cy="0"/>
          </a:xfrm>
          <a:prstGeom prst="line">
            <a:avLst/>
          </a:prstGeom>
          <a:ln cap="flat" w="285750">
            <a:solidFill>
              <a:srgbClr val="0145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075057"/>
            <a:ext cx="11045161" cy="4153775"/>
            <a:chOff x="0" y="0"/>
            <a:chExt cx="2909013" cy="1093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014" cy="1093998"/>
            </a:xfrm>
            <a:custGeom>
              <a:avLst/>
              <a:gdLst/>
              <a:ahLst/>
              <a:cxnLst/>
              <a:rect r="r" b="b" t="t" l="l"/>
              <a:pathLst>
                <a:path h="1093998" w="2909014">
                  <a:moveTo>
                    <a:pt x="0" y="0"/>
                  </a:moveTo>
                  <a:lnTo>
                    <a:pt x="2909014" y="0"/>
                  </a:lnTo>
                  <a:lnTo>
                    <a:pt x="2909014" y="1093998"/>
                  </a:lnTo>
                  <a:lnTo>
                    <a:pt x="0" y="1093998"/>
                  </a:ln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9013" cy="1093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76893" y="6813831"/>
            <a:ext cx="13553350" cy="2359721"/>
            <a:chOff x="0" y="0"/>
            <a:chExt cx="3603943" cy="6274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3943" cy="627468"/>
            </a:xfrm>
            <a:custGeom>
              <a:avLst/>
              <a:gdLst/>
              <a:ahLst/>
              <a:cxnLst/>
              <a:rect r="r" b="b" t="t" l="l"/>
              <a:pathLst>
                <a:path h="627468" w="3603943">
                  <a:moveTo>
                    <a:pt x="0" y="0"/>
                  </a:moveTo>
                  <a:lnTo>
                    <a:pt x="3400743" y="0"/>
                  </a:lnTo>
                  <a:lnTo>
                    <a:pt x="3603943" y="313734"/>
                  </a:lnTo>
                  <a:lnTo>
                    <a:pt x="3400743" y="627468"/>
                  </a:lnTo>
                  <a:lnTo>
                    <a:pt x="0" y="627468"/>
                  </a:lnTo>
                  <a:lnTo>
                    <a:pt x="203200" y="313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>
                <a:alpha val="5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0"/>
              <a:ext cx="3349943" cy="627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57758" y="9089994"/>
            <a:ext cx="6212660" cy="1026309"/>
            <a:chOff x="0" y="0"/>
            <a:chExt cx="1636256" cy="270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6256" cy="270304"/>
            </a:xfrm>
            <a:custGeom>
              <a:avLst/>
              <a:gdLst/>
              <a:ahLst/>
              <a:cxnLst/>
              <a:rect r="r" b="b" t="t" l="l"/>
              <a:pathLst>
                <a:path h="270304" w="1636256">
                  <a:moveTo>
                    <a:pt x="0" y="0"/>
                  </a:moveTo>
                  <a:lnTo>
                    <a:pt x="1636256" y="0"/>
                  </a:lnTo>
                  <a:lnTo>
                    <a:pt x="1636256" y="270304"/>
                  </a:lnTo>
                  <a:lnTo>
                    <a:pt x="0" y="270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36256" cy="32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VISUAL STUDIO CODE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8138" y="9253127"/>
            <a:ext cx="3086100" cy="598986"/>
            <a:chOff x="0" y="0"/>
            <a:chExt cx="812800" cy="157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57758"/>
            </a:xfrm>
            <a:custGeom>
              <a:avLst/>
              <a:gdLst/>
              <a:ahLst/>
              <a:cxnLst/>
              <a:rect r="r" b="b" t="t" l="l"/>
              <a:pathLst>
                <a:path h="15775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7758"/>
                  </a:lnTo>
                  <a:lnTo>
                    <a:pt x="0" y="157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21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HTML5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89254" y="9253127"/>
            <a:ext cx="3086100" cy="598986"/>
            <a:chOff x="0" y="0"/>
            <a:chExt cx="812800" cy="157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57758"/>
            </a:xfrm>
            <a:custGeom>
              <a:avLst/>
              <a:gdLst/>
              <a:ahLst/>
              <a:cxnLst/>
              <a:rect r="r" b="b" t="t" l="l"/>
              <a:pathLst>
                <a:path h="15775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7758"/>
                  </a:lnTo>
                  <a:lnTo>
                    <a:pt x="0" y="157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21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CSS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45161" y="-5228832"/>
            <a:ext cx="18634995" cy="8307550"/>
            <a:chOff x="0" y="0"/>
            <a:chExt cx="24846660" cy="1107673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8282220" cy="11076733"/>
              <a:chOff x="0" y="0"/>
              <a:chExt cx="2025804" cy="27093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2580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25804">
                    <a:moveTo>
                      <a:pt x="0" y="0"/>
                    </a:moveTo>
                    <a:lnTo>
                      <a:pt x="2025804" y="0"/>
                    </a:lnTo>
                    <a:lnTo>
                      <a:pt x="202580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145E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2025804" cy="2718858"/>
              </a:xfrm>
              <a:prstGeom prst="rect">
                <a:avLst/>
              </a:prstGeom>
            </p:spPr>
            <p:txBody>
              <a:bodyPr anchor="ctr" rtlCol="false" tIns="53449" lIns="53449" bIns="53449" rIns="53449"/>
              <a:lstStyle/>
              <a:p>
                <a:pPr algn="ctr">
                  <a:lnSpc>
                    <a:spcPts val="141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5538367"/>
              <a:ext cx="2764055" cy="276405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759082" y="5538367"/>
              <a:ext cx="2764055" cy="276405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518165" y="5538367"/>
              <a:ext cx="2764055" cy="276405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8302422"/>
              <a:ext cx="2764055" cy="276405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759082" y="8302422"/>
              <a:ext cx="2764055" cy="276405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5518165" y="8302422"/>
              <a:ext cx="2764055" cy="2764055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8282220" y="0"/>
              <a:ext cx="8282220" cy="11076733"/>
              <a:chOff x="0" y="0"/>
              <a:chExt cx="2025804" cy="27093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02580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25804">
                    <a:moveTo>
                      <a:pt x="0" y="0"/>
                    </a:moveTo>
                    <a:lnTo>
                      <a:pt x="2025804" y="0"/>
                    </a:lnTo>
                    <a:lnTo>
                      <a:pt x="202580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145E8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2025804" cy="2718858"/>
              </a:xfrm>
              <a:prstGeom prst="rect">
                <a:avLst/>
              </a:prstGeom>
            </p:spPr>
            <p:txBody>
              <a:bodyPr anchor="ctr" rtlCol="false" tIns="53449" lIns="53449" bIns="53449" rIns="53449"/>
              <a:lstStyle/>
              <a:p>
                <a:pPr algn="ctr">
                  <a:lnSpc>
                    <a:spcPts val="1412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8282220" y="5538367"/>
              <a:ext cx="2764055" cy="2764055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1041302" y="5538367"/>
              <a:ext cx="2764055" cy="2764055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3800385" y="5538367"/>
              <a:ext cx="2764055" cy="2764055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8282220" y="8302422"/>
              <a:ext cx="2764055" cy="2764055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1041302" y="8302422"/>
              <a:ext cx="2764055" cy="2764055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3800385" y="8302422"/>
              <a:ext cx="2764055" cy="2764055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16564440" y="0"/>
              <a:ext cx="8282220" cy="11076733"/>
              <a:chOff x="0" y="0"/>
              <a:chExt cx="2025804" cy="270933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202580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025804">
                    <a:moveTo>
                      <a:pt x="0" y="0"/>
                    </a:moveTo>
                    <a:lnTo>
                      <a:pt x="2025804" y="0"/>
                    </a:lnTo>
                    <a:lnTo>
                      <a:pt x="202580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145E8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9525"/>
                <a:ext cx="2025804" cy="2718858"/>
              </a:xfrm>
              <a:prstGeom prst="rect">
                <a:avLst/>
              </a:prstGeom>
            </p:spPr>
            <p:txBody>
              <a:bodyPr anchor="ctr" rtlCol="false" tIns="53449" lIns="53449" bIns="53449" rIns="53449"/>
              <a:lstStyle/>
              <a:p>
                <a:pPr algn="ctr">
                  <a:lnSpc>
                    <a:spcPts val="1412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6564440" y="5538367"/>
              <a:ext cx="2764055" cy="2764055"/>
              <a:chOff x="0" y="0"/>
              <a:chExt cx="812800" cy="8128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9323522" y="5538367"/>
              <a:ext cx="2764055" cy="2764055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22082604" y="5538367"/>
              <a:ext cx="2764055" cy="2764055"/>
              <a:chOff x="0" y="0"/>
              <a:chExt cx="812800" cy="8128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16564440" y="8302422"/>
              <a:ext cx="2764055" cy="2764055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19323522" y="8302422"/>
              <a:ext cx="2764055" cy="2764055"/>
              <a:chOff x="0" y="0"/>
              <a:chExt cx="812800" cy="8128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22082604" y="8302422"/>
              <a:ext cx="2764055" cy="2764055"/>
              <a:chOff x="0" y="0"/>
              <a:chExt cx="812800" cy="8128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267E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42"/>
                  </a:lnSpc>
                </a:pPr>
              </a:p>
            </p:txBody>
          </p:sp>
        </p:grpSp>
      </p:grpSp>
      <p:grpSp>
        <p:nvGrpSpPr>
          <p:cNvPr name="Group 81" id="81"/>
          <p:cNvGrpSpPr/>
          <p:nvPr/>
        </p:nvGrpSpPr>
        <p:grpSpPr>
          <a:xfrm rot="0">
            <a:off x="0" y="3540773"/>
            <a:ext cx="11045161" cy="2128836"/>
            <a:chOff x="0" y="0"/>
            <a:chExt cx="2909013" cy="56068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09014" cy="560681"/>
            </a:xfrm>
            <a:custGeom>
              <a:avLst/>
              <a:gdLst/>
              <a:ahLst/>
              <a:cxnLst/>
              <a:rect r="r" b="b" t="t" l="l"/>
              <a:pathLst>
                <a:path h="560681" w="2909014">
                  <a:moveTo>
                    <a:pt x="0" y="0"/>
                  </a:moveTo>
                  <a:lnTo>
                    <a:pt x="2705814" y="0"/>
                  </a:lnTo>
                  <a:lnTo>
                    <a:pt x="2909014" y="280341"/>
                  </a:lnTo>
                  <a:lnTo>
                    <a:pt x="2705814" y="560681"/>
                  </a:lnTo>
                  <a:lnTo>
                    <a:pt x="0" y="560681"/>
                  </a:lnTo>
                  <a:lnTo>
                    <a:pt x="203200" y="280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2E8">
                <a:alpha val="50980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177800" y="0"/>
              <a:ext cx="2655013" cy="56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Freeform 84" id="84"/>
          <p:cNvSpPr/>
          <p:nvPr/>
        </p:nvSpPr>
        <p:spPr>
          <a:xfrm flipH="false" flipV="false" rot="0">
            <a:off x="6839990" y="7004723"/>
            <a:ext cx="1942397" cy="1942397"/>
          </a:xfrm>
          <a:custGeom>
            <a:avLst/>
            <a:gdLst/>
            <a:ahLst/>
            <a:cxnLst/>
            <a:rect r="r" b="b" t="t" l="l"/>
            <a:pathLst>
              <a:path h="1942397" w="1942397">
                <a:moveTo>
                  <a:pt x="0" y="0"/>
                </a:moveTo>
                <a:lnTo>
                  <a:pt x="1942396" y="0"/>
                </a:lnTo>
                <a:lnTo>
                  <a:pt x="1942396" y="1942396"/>
                </a:lnTo>
                <a:lnTo>
                  <a:pt x="0" y="194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2359753" y="7081418"/>
            <a:ext cx="1707320" cy="1707320"/>
          </a:xfrm>
          <a:custGeom>
            <a:avLst/>
            <a:gdLst/>
            <a:ahLst/>
            <a:cxnLst/>
            <a:rect r="r" b="b" t="t" l="l"/>
            <a:pathLst>
              <a:path h="1707320" w="1707320">
                <a:moveTo>
                  <a:pt x="0" y="0"/>
                </a:moveTo>
                <a:lnTo>
                  <a:pt x="1707320" y="0"/>
                </a:lnTo>
                <a:lnTo>
                  <a:pt x="1707320" y="1707320"/>
                </a:lnTo>
                <a:lnTo>
                  <a:pt x="0" y="170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1670363" y="9253127"/>
            <a:ext cx="3086100" cy="598986"/>
            <a:chOff x="0" y="0"/>
            <a:chExt cx="812800" cy="15775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157758"/>
            </a:xfrm>
            <a:custGeom>
              <a:avLst/>
              <a:gdLst/>
              <a:ahLst/>
              <a:cxnLst/>
              <a:rect r="r" b="b" t="t" l="l"/>
              <a:pathLst>
                <a:path h="15775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7758"/>
                  </a:lnTo>
                  <a:lnTo>
                    <a:pt x="0" y="1577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812800" cy="21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JAVASCRIPT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02729" y="5813398"/>
            <a:ext cx="3086100" cy="552758"/>
            <a:chOff x="0" y="0"/>
            <a:chExt cx="812800" cy="14558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145582"/>
            </a:xfrm>
            <a:custGeom>
              <a:avLst/>
              <a:gdLst/>
              <a:ahLst/>
              <a:cxnLst/>
              <a:rect r="r" b="b" t="t" l="l"/>
              <a:pathLst>
                <a:path h="1455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812800" cy="20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JEST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549344" y="5813398"/>
            <a:ext cx="3086100" cy="552758"/>
            <a:chOff x="0" y="0"/>
            <a:chExt cx="812800" cy="14558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12800" cy="145582"/>
            </a:xfrm>
            <a:custGeom>
              <a:avLst/>
              <a:gdLst/>
              <a:ahLst/>
              <a:cxnLst/>
              <a:rect r="r" b="b" t="t" l="l"/>
              <a:pathLst>
                <a:path h="1455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812800" cy="20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POSTMAN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057198" y="5736310"/>
            <a:ext cx="3086100" cy="552758"/>
            <a:chOff x="0" y="0"/>
            <a:chExt cx="812800" cy="14558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12800" cy="145582"/>
            </a:xfrm>
            <a:custGeom>
              <a:avLst/>
              <a:gdLst/>
              <a:ahLst/>
              <a:cxnLst/>
              <a:rect r="r" b="b" t="t" l="l"/>
              <a:pathLst>
                <a:path h="1455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812800" cy="20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MYSQL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651509" y="5736310"/>
            <a:ext cx="3588436" cy="552758"/>
            <a:chOff x="0" y="0"/>
            <a:chExt cx="945103" cy="14558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45103" cy="145582"/>
            </a:xfrm>
            <a:custGeom>
              <a:avLst/>
              <a:gdLst/>
              <a:ahLst/>
              <a:cxnLst/>
              <a:rect r="r" b="b" t="t" l="l"/>
              <a:pathLst>
                <a:path h="145582" w="945103">
                  <a:moveTo>
                    <a:pt x="0" y="0"/>
                  </a:moveTo>
                  <a:lnTo>
                    <a:pt x="945103" y="0"/>
                  </a:lnTo>
                  <a:lnTo>
                    <a:pt x="945103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945103" cy="20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GITHUB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635444" y="5813398"/>
            <a:ext cx="3588436" cy="552758"/>
            <a:chOff x="0" y="0"/>
            <a:chExt cx="945103" cy="14558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45103" cy="145582"/>
            </a:xfrm>
            <a:custGeom>
              <a:avLst/>
              <a:gdLst/>
              <a:ahLst/>
              <a:cxnLst/>
              <a:rect r="r" b="b" t="t" l="l"/>
              <a:pathLst>
                <a:path h="145582" w="945103">
                  <a:moveTo>
                    <a:pt x="0" y="0"/>
                  </a:moveTo>
                  <a:lnTo>
                    <a:pt x="945103" y="0"/>
                  </a:lnTo>
                  <a:lnTo>
                    <a:pt x="945103" y="145582"/>
                  </a:lnTo>
                  <a:lnTo>
                    <a:pt x="0" y="145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945103" cy="20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267E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JMETER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4373751" y="7081418"/>
            <a:ext cx="1719944" cy="1833198"/>
          </a:xfrm>
          <a:custGeom>
            <a:avLst/>
            <a:gdLst/>
            <a:ahLst/>
            <a:cxnLst/>
            <a:rect r="r" b="b" t="t" l="l"/>
            <a:pathLst>
              <a:path h="1833198" w="1719944">
                <a:moveTo>
                  <a:pt x="0" y="0"/>
                </a:moveTo>
                <a:lnTo>
                  <a:pt x="1719943" y="0"/>
                </a:lnTo>
                <a:lnTo>
                  <a:pt x="1719943" y="1833198"/>
                </a:lnTo>
                <a:lnTo>
                  <a:pt x="0" y="1833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584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8782386" y="6963880"/>
            <a:ext cx="3499835" cy="1983240"/>
          </a:xfrm>
          <a:custGeom>
            <a:avLst/>
            <a:gdLst/>
            <a:ahLst/>
            <a:cxnLst/>
            <a:rect r="r" b="b" t="t" l="l"/>
            <a:pathLst>
              <a:path h="1983240" w="3499835">
                <a:moveTo>
                  <a:pt x="0" y="0"/>
                </a:moveTo>
                <a:lnTo>
                  <a:pt x="3499835" y="0"/>
                </a:lnTo>
                <a:lnTo>
                  <a:pt x="3499835" y="1983239"/>
                </a:lnTo>
                <a:lnTo>
                  <a:pt x="0" y="1983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1045161" y="3512224"/>
            <a:ext cx="7242839" cy="2128836"/>
            <a:chOff x="0" y="0"/>
            <a:chExt cx="1907579" cy="56068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907579" cy="560681"/>
            </a:xfrm>
            <a:custGeom>
              <a:avLst/>
              <a:gdLst/>
              <a:ahLst/>
              <a:cxnLst/>
              <a:rect r="r" b="b" t="t" l="l"/>
              <a:pathLst>
                <a:path h="560681" w="1907579">
                  <a:moveTo>
                    <a:pt x="0" y="0"/>
                  </a:moveTo>
                  <a:lnTo>
                    <a:pt x="1704379" y="0"/>
                  </a:lnTo>
                  <a:lnTo>
                    <a:pt x="1907579" y="280341"/>
                  </a:lnTo>
                  <a:lnTo>
                    <a:pt x="1704379" y="560681"/>
                  </a:lnTo>
                  <a:lnTo>
                    <a:pt x="0" y="560681"/>
                  </a:lnTo>
                  <a:lnTo>
                    <a:pt x="203200" y="280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2E8">
                <a:alpha val="50980"/>
              </a:srgbClr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177800" y="0"/>
              <a:ext cx="1653579" cy="560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3921620" y="3607677"/>
            <a:ext cx="2059214" cy="1847477"/>
          </a:xfrm>
          <a:custGeom>
            <a:avLst/>
            <a:gdLst/>
            <a:ahLst/>
            <a:cxnLst/>
            <a:rect r="r" b="b" t="t" l="l"/>
            <a:pathLst>
              <a:path h="1847477" w="2059214">
                <a:moveTo>
                  <a:pt x="0" y="0"/>
                </a:moveTo>
                <a:lnTo>
                  <a:pt x="2059214" y="0"/>
                </a:lnTo>
                <a:lnTo>
                  <a:pt x="2059214" y="1847476"/>
                </a:lnTo>
                <a:lnTo>
                  <a:pt x="0" y="1847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8297" b="-906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2038411" y="3707028"/>
            <a:ext cx="3123674" cy="1757066"/>
          </a:xfrm>
          <a:custGeom>
            <a:avLst/>
            <a:gdLst/>
            <a:ahLst/>
            <a:cxnLst/>
            <a:rect r="r" b="b" t="t" l="l"/>
            <a:pathLst>
              <a:path h="1757066" w="3123674">
                <a:moveTo>
                  <a:pt x="0" y="0"/>
                </a:moveTo>
                <a:lnTo>
                  <a:pt x="3123674" y="0"/>
                </a:lnTo>
                <a:lnTo>
                  <a:pt x="3123674" y="1757066"/>
                </a:lnTo>
                <a:lnTo>
                  <a:pt x="0" y="1757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185808" y="3674736"/>
            <a:ext cx="1698399" cy="1879279"/>
          </a:xfrm>
          <a:custGeom>
            <a:avLst/>
            <a:gdLst/>
            <a:ahLst/>
            <a:cxnLst/>
            <a:rect r="r" b="b" t="t" l="l"/>
            <a:pathLst>
              <a:path h="1879279" w="1698399">
                <a:moveTo>
                  <a:pt x="0" y="0"/>
                </a:moveTo>
                <a:lnTo>
                  <a:pt x="1698398" y="0"/>
                </a:lnTo>
                <a:lnTo>
                  <a:pt x="1698398" y="1879279"/>
                </a:lnTo>
                <a:lnTo>
                  <a:pt x="0" y="1879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15505909" y="3607677"/>
            <a:ext cx="1879636" cy="1879636"/>
          </a:xfrm>
          <a:custGeom>
            <a:avLst/>
            <a:gdLst/>
            <a:ahLst/>
            <a:cxnLst/>
            <a:rect r="r" b="b" t="t" l="l"/>
            <a:pathLst>
              <a:path h="1879636" w="1879636">
                <a:moveTo>
                  <a:pt x="0" y="0"/>
                </a:moveTo>
                <a:lnTo>
                  <a:pt x="1879637" y="0"/>
                </a:lnTo>
                <a:lnTo>
                  <a:pt x="1879637" y="1879636"/>
                </a:lnTo>
                <a:lnTo>
                  <a:pt x="0" y="18796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6547333" y="4013625"/>
            <a:ext cx="3764659" cy="1278973"/>
          </a:xfrm>
          <a:custGeom>
            <a:avLst/>
            <a:gdLst/>
            <a:ahLst/>
            <a:cxnLst/>
            <a:rect r="r" b="b" t="t" l="l"/>
            <a:pathLst>
              <a:path h="1278973" w="3764659">
                <a:moveTo>
                  <a:pt x="0" y="0"/>
                </a:moveTo>
                <a:lnTo>
                  <a:pt x="3764659" y="0"/>
                </a:lnTo>
                <a:lnTo>
                  <a:pt x="3764659" y="1278972"/>
                </a:lnTo>
                <a:lnTo>
                  <a:pt x="0" y="1278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502729" y="512436"/>
            <a:ext cx="6485672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Tecnologías utilizadas</a:t>
            </a:r>
          </a:p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5082" y="8957110"/>
            <a:ext cx="3710321" cy="37103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136021" y="8957110"/>
            <a:ext cx="3710321" cy="3710321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7500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1421130"/>
                    <a:pt x="1753870" y="0"/>
                    <a:pt x="0" y="0"/>
                  </a:cubicBezTo>
                  <a:lnTo>
                    <a:pt x="0" y="6350000"/>
                  </a:lnTo>
                  <a:cubicBezTo>
                    <a:pt x="1753870" y="6350000"/>
                    <a:pt x="3175000" y="4928870"/>
                    <a:pt x="3175000" y="317500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991182" y="8957110"/>
            <a:ext cx="3680586" cy="368058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1895475"/>
            <a:ext cx="16230600" cy="6654546"/>
            <a:chOff x="0" y="0"/>
            <a:chExt cx="4274693" cy="175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693" cy="1752600"/>
            </a:xfrm>
            <a:custGeom>
              <a:avLst/>
              <a:gdLst/>
              <a:ahLst/>
              <a:cxnLst/>
              <a:rect r="r" b="b" t="t" l="l"/>
              <a:pathLst>
                <a:path h="1752600" w="4274693">
                  <a:moveTo>
                    <a:pt x="4274693" y="9540"/>
                  </a:moveTo>
                  <a:lnTo>
                    <a:pt x="4274693" y="1743060"/>
                  </a:lnTo>
                  <a:cubicBezTo>
                    <a:pt x="4274693" y="1748329"/>
                    <a:pt x="4270422" y="1752600"/>
                    <a:pt x="4265153" y="1752600"/>
                  </a:cubicBezTo>
                  <a:lnTo>
                    <a:pt x="9540" y="1752600"/>
                  </a:lnTo>
                  <a:cubicBezTo>
                    <a:pt x="4271" y="1752600"/>
                    <a:pt x="0" y="1748329"/>
                    <a:pt x="0" y="1743060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4265153" y="0"/>
                  </a:lnTo>
                  <a:cubicBezTo>
                    <a:pt x="4267683" y="0"/>
                    <a:pt x="4270110" y="1005"/>
                    <a:pt x="4271899" y="2794"/>
                  </a:cubicBezTo>
                  <a:cubicBezTo>
                    <a:pt x="4273688" y="4583"/>
                    <a:pt x="4274693" y="7010"/>
                    <a:pt x="4274693" y="9540"/>
                  </a:cubicBez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274693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1895475"/>
            <a:ext cx="16230600" cy="6654546"/>
          </a:xfrm>
          <a:custGeom>
            <a:avLst/>
            <a:gdLst/>
            <a:ahLst/>
            <a:cxnLst/>
            <a:rect r="r" b="b" t="t" l="l"/>
            <a:pathLst>
              <a:path h="6654546" w="16230600">
                <a:moveTo>
                  <a:pt x="0" y="0"/>
                </a:moveTo>
                <a:lnTo>
                  <a:pt x="16230600" y="0"/>
                </a:lnTo>
                <a:lnTo>
                  <a:pt x="16230600" y="6654546"/>
                </a:lnTo>
                <a:lnTo>
                  <a:pt x="0" y="665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76880" y="3673848"/>
            <a:ext cx="1124985" cy="1124985"/>
          </a:xfrm>
          <a:custGeom>
            <a:avLst/>
            <a:gdLst/>
            <a:ahLst/>
            <a:cxnLst/>
            <a:rect r="r" b="b" t="t" l="l"/>
            <a:pathLst>
              <a:path h="1124985" w="1124985">
                <a:moveTo>
                  <a:pt x="0" y="0"/>
                </a:moveTo>
                <a:lnTo>
                  <a:pt x="1124985" y="0"/>
                </a:lnTo>
                <a:lnTo>
                  <a:pt x="1124985" y="1124986"/>
                </a:lnTo>
                <a:lnTo>
                  <a:pt x="0" y="1124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652886" y="5532259"/>
            <a:ext cx="1344976" cy="1344976"/>
          </a:xfrm>
          <a:custGeom>
            <a:avLst/>
            <a:gdLst/>
            <a:ahLst/>
            <a:cxnLst/>
            <a:rect r="r" b="b" t="t" l="l"/>
            <a:pathLst>
              <a:path h="1344976" w="1344976">
                <a:moveTo>
                  <a:pt x="0" y="0"/>
                </a:moveTo>
                <a:lnTo>
                  <a:pt x="1344976" y="0"/>
                </a:lnTo>
                <a:lnTo>
                  <a:pt x="1344976" y="1344976"/>
                </a:lnTo>
                <a:lnTo>
                  <a:pt x="0" y="1344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418891" y="3597100"/>
            <a:ext cx="1826402" cy="1278481"/>
          </a:xfrm>
          <a:custGeom>
            <a:avLst/>
            <a:gdLst/>
            <a:ahLst/>
            <a:cxnLst/>
            <a:rect r="r" b="b" t="t" l="l"/>
            <a:pathLst>
              <a:path h="1278481" w="1826402">
                <a:moveTo>
                  <a:pt x="0" y="0"/>
                </a:moveTo>
                <a:lnTo>
                  <a:pt x="1826401" y="0"/>
                </a:lnTo>
                <a:lnTo>
                  <a:pt x="1826401" y="1278482"/>
                </a:lnTo>
                <a:lnTo>
                  <a:pt x="0" y="1278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66884" y="5530135"/>
            <a:ext cx="1344976" cy="1344976"/>
          </a:xfrm>
          <a:custGeom>
            <a:avLst/>
            <a:gdLst/>
            <a:ahLst/>
            <a:cxnLst/>
            <a:rect r="r" b="b" t="t" l="l"/>
            <a:pathLst>
              <a:path h="1344976" w="1344976">
                <a:moveTo>
                  <a:pt x="0" y="0"/>
                </a:moveTo>
                <a:lnTo>
                  <a:pt x="1344977" y="0"/>
                </a:lnTo>
                <a:lnTo>
                  <a:pt x="1344977" y="1344977"/>
                </a:lnTo>
                <a:lnTo>
                  <a:pt x="0" y="1344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47725"/>
            <a:ext cx="1112499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Arquitectura del software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40749" y="2271684"/>
            <a:ext cx="290631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Capa de Pres</a:t>
            </a: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entación </a:t>
            </a:r>
          </a:p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(Frontend)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550021"/>
            <a:ext cx="162306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"/>
              </a:lnSpc>
              <a:spcBef>
                <a:spcPct val="0"/>
              </a:spcBef>
            </a:pPr>
            <a:r>
              <a:rPr lang="en-US" b="true" sz="1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40278" y="2271684"/>
            <a:ext cx="360744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Capa de Lógica de N</a:t>
            </a: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egocio </a:t>
            </a:r>
          </a:p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(Backend / API REST)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00685" y="2271684"/>
            <a:ext cx="201334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Capa de D</a:t>
            </a: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atos </a:t>
            </a:r>
          </a:p>
          <a:p>
            <a:pPr algn="ctr">
              <a:lnSpc>
                <a:spcPts val="2437"/>
              </a:lnSpc>
              <a:spcBef>
                <a:spcPct val="0"/>
              </a:spcBef>
            </a:pPr>
            <a:r>
              <a:rPr lang="en-US" b="true" sz="20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(Base de Datos)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40278" y="3484384"/>
            <a:ext cx="3607445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b="true" sz="27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API expone endpoints para a</a:t>
            </a:r>
            <a:r>
              <a:rPr lang="en-US" b="true" sz="27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utenticación, </a:t>
            </a:r>
            <a:r>
              <a:rPr lang="en-US" b="true" sz="27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usuarios, servicios y solicitudes. Incluy</a:t>
            </a:r>
            <a:r>
              <a:rPr lang="en-US" b="true" sz="27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v</a:t>
            </a:r>
            <a:r>
              <a:rPr lang="en-US" b="true" sz="27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alidaciones, control de estados y permisos según el rol del usuario.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221516" y="3049738"/>
            <a:ext cx="1171686" cy="1171686"/>
          </a:xfrm>
          <a:custGeom>
            <a:avLst/>
            <a:gdLst/>
            <a:ahLst/>
            <a:cxnLst/>
            <a:rect r="r" b="b" t="t" l="l"/>
            <a:pathLst>
              <a:path h="1171686" w="1171686">
                <a:moveTo>
                  <a:pt x="0" y="0"/>
                </a:moveTo>
                <a:lnTo>
                  <a:pt x="1171685" y="0"/>
                </a:lnTo>
                <a:lnTo>
                  <a:pt x="1171685" y="1171685"/>
                </a:lnTo>
                <a:lnTo>
                  <a:pt x="0" y="11716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963788" y="4478598"/>
            <a:ext cx="3767883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b="true" sz="28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API gestiona a</a:t>
            </a:r>
            <a:r>
              <a:rPr lang="en-US" b="true" sz="28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utenticación, </a:t>
            </a:r>
            <a:r>
              <a:rPr lang="en-US" b="true" sz="284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usuarios, servicios y solicitudes, aplicando validaciones, flujos de estado y permisos según rol.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73894" y="-1756114"/>
            <a:ext cx="3512227" cy="35122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834946" y="-1756114"/>
            <a:ext cx="3512227" cy="3512227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7500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3175000" y="3175000"/>
                  </a:moveTo>
                  <a:cubicBezTo>
                    <a:pt x="3175000" y="1421130"/>
                    <a:pt x="1753870" y="0"/>
                    <a:pt x="0" y="0"/>
                  </a:cubicBezTo>
                  <a:lnTo>
                    <a:pt x="0" y="6350000"/>
                  </a:lnTo>
                  <a:cubicBezTo>
                    <a:pt x="1753870" y="6350000"/>
                    <a:pt x="3175000" y="4928870"/>
                    <a:pt x="3175000" y="317500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3591060" y="-1756114"/>
            <a:ext cx="3484080" cy="348408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718416" y="0"/>
            <a:ext cx="17145000" cy="10287000"/>
            <a:chOff x="0" y="0"/>
            <a:chExt cx="6350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58493" y="2273582"/>
            <a:ext cx="10108507" cy="5686035"/>
          </a:xfrm>
          <a:custGeom>
            <a:avLst/>
            <a:gdLst/>
            <a:ahLst/>
            <a:cxnLst/>
            <a:rect r="r" b="b" t="t" l="l"/>
            <a:pathLst>
              <a:path h="5686035" w="10108507">
                <a:moveTo>
                  <a:pt x="0" y="0"/>
                </a:moveTo>
                <a:lnTo>
                  <a:pt x="10108507" y="0"/>
                </a:lnTo>
                <a:lnTo>
                  <a:pt x="10108507" y="5686035"/>
                </a:lnTo>
                <a:lnTo>
                  <a:pt x="0" y="5686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70300" y="3011575"/>
            <a:ext cx="4535478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Modelo de datos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942843" y="4312033"/>
            <a:ext cx="1662934" cy="1662934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14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9690660" y="0"/>
            <a:ext cx="17145000" cy="10287000"/>
            <a:chOff x="0" y="0"/>
            <a:chExt cx="6350000" cy="381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350000">
                  <a:moveTo>
                    <a:pt x="4445000" y="19050"/>
                  </a:moveTo>
                  <a:cubicBezTo>
                    <a:pt x="5485130" y="19050"/>
                    <a:pt x="6330950" y="864870"/>
                    <a:pt x="6330950" y="1905000"/>
                  </a:cubicBezTo>
                  <a:cubicBezTo>
                    <a:pt x="6330950" y="2945130"/>
                    <a:pt x="5485130" y="3790950"/>
                    <a:pt x="4445000" y="3790950"/>
                  </a:cubicBezTo>
                  <a:lnTo>
                    <a:pt x="1905000" y="3790950"/>
                  </a:lnTo>
                  <a:cubicBezTo>
                    <a:pt x="864870" y="3790950"/>
                    <a:pt x="19050" y="2945130"/>
                    <a:pt x="19050" y="1905000"/>
                  </a:cubicBezTo>
                  <a:cubicBezTo>
                    <a:pt x="19050" y="864870"/>
                    <a:pt x="864870" y="19050"/>
                    <a:pt x="1905000" y="19050"/>
                  </a:cubicBezTo>
                  <a:lnTo>
                    <a:pt x="4445000" y="19050"/>
                  </a:lnTo>
                  <a:moveTo>
                    <a:pt x="4445000" y="0"/>
                  </a:moveTo>
                  <a:lnTo>
                    <a:pt x="1905000" y="0"/>
                  </a:lnTo>
                  <a:cubicBezTo>
                    <a:pt x="853440" y="0"/>
                    <a:pt x="0" y="853440"/>
                    <a:pt x="0" y="1905000"/>
                  </a:cubicBezTo>
                  <a:cubicBezTo>
                    <a:pt x="0" y="2956560"/>
                    <a:pt x="853440" y="3810000"/>
                    <a:pt x="1905000" y="3810000"/>
                  </a:cubicBezTo>
                  <a:lnTo>
                    <a:pt x="4445000" y="3810000"/>
                  </a:lnTo>
                  <a:cubicBezTo>
                    <a:pt x="5496560" y="3810000"/>
                    <a:pt x="6350000" y="2956560"/>
                    <a:pt x="6350000" y="1905000"/>
                  </a:cubicBezTo>
                  <a:cubicBezTo>
                    <a:pt x="6350000" y="853440"/>
                    <a:pt x="5496560" y="0"/>
                    <a:pt x="4445000" y="0"/>
                  </a:cubicBezTo>
                  <a:lnTo>
                    <a:pt x="4445000" y="0"/>
                  </a:lnTo>
                  <a:close/>
                </a:path>
              </a:pathLst>
            </a:custGeom>
            <a:solidFill>
              <a:srgbClr val="02267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9974" y="2411691"/>
            <a:ext cx="637323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Obstáculos de desarrollo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48111" y="4463981"/>
            <a:ext cx="6007071" cy="1359039"/>
            <a:chOff x="0" y="0"/>
            <a:chExt cx="8009429" cy="1812052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1812059" cy="1812052"/>
              <a:chOff x="0" y="0"/>
              <a:chExt cx="6350000" cy="634997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02267E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195474" y="326081"/>
              <a:ext cx="5813955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28687" y="472701"/>
              <a:ext cx="1334172" cy="962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en-US" sz="4500">
                  <a:solidFill>
                    <a:srgbClr val="FFFFFF"/>
                  </a:solidFill>
                  <a:latin typeface="Secular One"/>
                  <a:ea typeface="Secular One"/>
                  <a:cs typeface="Secular One"/>
                  <a:sym typeface="Secular One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6366" y="7440760"/>
            <a:ext cx="6007071" cy="1359039"/>
            <a:chOff x="0" y="0"/>
            <a:chExt cx="8009429" cy="1812052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0" y="0"/>
              <a:ext cx="1812059" cy="1812052"/>
              <a:chOff x="0" y="0"/>
              <a:chExt cx="6350000" cy="634997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02267E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95474" y="326081"/>
              <a:ext cx="5813955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28687" y="472701"/>
              <a:ext cx="1334172" cy="962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en-US" sz="4500">
                  <a:solidFill>
                    <a:srgbClr val="FFFFFF"/>
                  </a:solidFill>
                  <a:latin typeface="Secular One"/>
                  <a:ea typeface="Secular One"/>
                  <a:cs typeface="Secular One"/>
                  <a:sym typeface="Secular One"/>
                </a:rPr>
                <a:t>03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2341682" y="7762743"/>
            <a:ext cx="1144160" cy="114416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-10800000">
            <a:off x="3485842" y="7762743"/>
            <a:ext cx="1144160" cy="114416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5400000">
            <a:off x="1245200" y="7810420"/>
            <a:ext cx="1144160" cy="1048805"/>
            <a:chOff x="0" y="0"/>
            <a:chExt cx="6350000" cy="58207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79531" y="4459566"/>
            <a:ext cx="7954505" cy="186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</a:t>
            </a:r>
            <a:r>
              <a:rPr lang="en-US" sz="26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rante las pruebas con Jest surgieron problemas de compatibilidad y configuración que exigieron tiempo para ajustar rutas, manejar errores y validar respuestas JSON.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7549074"/>
            <a:ext cx="7954505" cy="190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</a:pPr>
            <a:r>
              <a:rPr lang="en-US" sz="272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</a:t>
            </a:r>
            <a:r>
              <a:rPr lang="en-US" sz="272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guración inicial de la base de datos, donde se presentaron errores al crear tablas, establecer relaciones y conectar el backend con la base de datos local.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16366" y="1704767"/>
            <a:ext cx="6007071" cy="1359039"/>
            <a:chOff x="0" y="0"/>
            <a:chExt cx="8009429" cy="1812052"/>
          </a:xfrm>
        </p:grpSpPr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0">
              <a:off x="0" y="0"/>
              <a:ext cx="1812059" cy="1812052"/>
              <a:chOff x="0" y="0"/>
              <a:chExt cx="6350000" cy="634997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02267E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2195474" y="326081"/>
              <a:ext cx="5813955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28687" y="472701"/>
              <a:ext cx="1334172" cy="962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en-US" sz="4500">
                  <a:solidFill>
                    <a:srgbClr val="FFFFFF"/>
                  </a:solidFill>
                  <a:latin typeface="Secular One"/>
                  <a:ea typeface="Secular One"/>
                  <a:cs typeface="Secular One"/>
                  <a:sym typeface="Secular One"/>
                </a:rPr>
                <a:t>01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85760" y="1674426"/>
            <a:ext cx="7954505" cy="139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6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Durante el desarrollo se intentó agregar un chat interactivo con el usuario, pero debido a la falta de conocimiento no se logró incorporar.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1272" y="8957363"/>
            <a:ext cx="1348753" cy="859638"/>
            <a:chOff x="0" y="0"/>
            <a:chExt cx="522195" cy="332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7804" y="8957363"/>
            <a:ext cx="1348753" cy="859638"/>
            <a:chOff x="0" y="0"/>
            <a:chExt cx="522195" cy="332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507271" y="4593290"/>
            <a:ext cx="7338455" cy="14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31"/>
              </a:lnSpc>
            </a:pPr>
            <a:r>
              <a:rPr lang="en-US" sz="9442">
                <a:solidFill>
                  <a:srgbClr val="0145E8"/>
                </a:solidFill>
                <a:latin typeface="Secular One"/>
                <a:ea typeface="Secular One"/>
                <a:cs typeface="Secular One"/>
                <a:sym typeface="Secular One"/>
              </a:rPr>
              <a:t>Revisión</a:t>
            </a:r>
            <a:r>
              <a:rPr lang="en-US" sz="9442">
                <a:solidFill>
                  <a:srgbClr val="0145E8"/>
                </a:solidFill>
                <a:latin typeface="Secular One"/>
                <a:ea typeface="Secular One"/>
                <a:cs typeface="Secular One"/>
                <a:sym typeface="Secular On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0313" y="1941228"/>
            <a:ext cx="9151" cy="2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5441687" y="564683"/>
            <a:ext cx="1348753" cy="859638"/>
            <a:chOff x="0" y="0"/>
            <a:chExt cx="522195" cy="3328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568220" y="564683"/>
            <a:ext cx="1348753" cy="859638"/>
            <a:chOff x="0" y="0"/>
            <a:chExt cx="522195" cy="3328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2195" cy="332825"/>
            </a:xfrm>
            <a:custGeom>
              <a:avLst/>
              <a:gdLst/>
              <a:ahLst/>
              <a:cxnLst/>
              <a:rect r="r" b="b" t="t" l="l"/>
              <a:pathLst>
                <a:path h="332825" w="522195">
                  <a:moveTo>
                    <a:pt x="0" y="0"/>
                  </a:moveTo>
                  <a:lnTo>
                    <a:pt x="318995" y="0"/>
                  </a:lnTo>
                  <a:lnTo>
                    <a:pt x="522195" y="166413"/>
                  </a:lnTo>
                  <a:lnTo>
                    <a:pt x="318995" y="332825"/>
                  </a:lnTo>
                  <a:lnTo>
                    <a:pt x="0" y="332825"/>
                  </a:lnTo>
                  <a:lnTo>
                    <a:pt x="203200" y="16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0"/>
              <a:ext cx="268195" cy="332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-5400000">
            <a:off x="11381724" y="7434538"/>
            <a:ext cx="3519258" cy="5040473"/>
            <a:chOff x="0" y="0"/>
            <a:chExt cx="443357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0"/>
                  </a:lnTo>
                  <a:lnTo>
                    <a:pt x="4433570" y="0"/>
                  </a:ln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15190484" y="7454196"/>
            <a:ext cx="11171719" cy="3510107"/>
            <a:chOff x="0" y="0"/>
            <a:chExt cx="3062537" cy="9622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62537" cy="962236"/>
            </a:xfrm>
            <a:custGeom>
              <a:avLst/>
              <a:gdLst/>
              <a:ahLst/>
              <a:cxnLst/>
              <a:rect r="r" b="b" t="t" l="l"/>
              <a:pathLst>
                <a:path h="962236" w="3062537">
                  <a:moveTo>
                    <a:pt x="0" y="0"/>
                  </a:moveTo>
                  <a:lnTo>
                    <a:pt x="3062537" y="0"/>
                  </a:lnTo>
                  <a:lnTo>
                    <a:pt x="3062537" y="962236"/>
                  </a:lnTo>
                  <a:lnTo>
                    <a:pt x="0" y="962236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062537" cy="962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05027" y="8349031"/>
            <a:ext cx="1478724" cy="14787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226303" y="8349031"/>
            <a:ext cx="1478724" cy="1478724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-5400000">
            <a:off x="15122132" y="8410650"/>
            <a:ext cx="1478724" cy="1355487"/>
            <a:chOff x="0" y="0"/>
            <a:chExt cx="6350000" cy="5820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5400000">
            <a:off x="3100903" y="-2032749"/>
            <a:ext cx="3519258" cy="5040473"/>
            <a:chOff x="0" y="0"/>
            <a:chExt cx="443357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0"/>
                  </a:lnTo>
                  <a:lnTo>
                    <a:pt x="4433570" y="0"/>
                  </a:ln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-8360318" y="-522042"/>
            <a:ext cx="11171719" cy="3510107"/>
            <a:chOff x="0" y="0"/>
            <a:chExt cx="3062537" cy="9622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62537" cy="962236"/>
            </a:xfrm>
            <a:custGeom>
              <a:avLst/>
              <a:gdLst/>
              <a:ahLst/>
              <a:cxnLst/>
              <a:rect r="r" b="b" t="t" l="l"/>
              <a:pathLst>
                <a:path h="962236" w="3062537">
                  <a:moveTo>
                    <a:pt x="0" y="0"/>
                  </a:moveTo>
                  <a:lnTo>
                    <a:pt x="3062537" y="0"/>
                  </a:lnTo>
                  <a:lnTo>
                    <a:pt x="3062537" y="962236"/>
                  </a:lnTo>
                  <a:lnTo>
                    <a:pt x="0" y="962236"/>
                  </a:ln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062537" cy="9622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2818134" y="614506"/>
            <a:ext cx="1478724" cy="147872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-10800000">
            <a:off x="4296858" y="614506"/>
            <a:ext cx="1478724" cy="1478724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5400000">
            <a:off x="1401029" y="676124"/>
            <a:ext cx="1478724" cy="1355487"/>
            <a:chOff x="0" y="0"/>
            <a:chExt cx="6350000" cy="58207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2267E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19690" y="0"/>
            <a:ext cx="15226955" cy="11270457"/>
            <a:chOff x="0" y="0"/>
            <a:chExt cx="4010391" cy="2968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0392" cy="2968351"/>
            </a:xfrm>
            <a:custGeom>
              <a:avLst/>
              <a:gdLst/>
              <a:ahLst/>
              <a:cxnLst/>
              <a:rect r="r" b="b" t="t" l="l"/>
              <a:pathLst>
                <a:path h="2968351" w="4010392">
                  <a:moveTo>
                    <a:pt x="0" y="0"/>
                  </a:moveTo>
                  <a:lnTo>
                    <a:pt x="4010392" y="0"/>
                  </a:lnTo>
                  <a:lnTo>
                    <a:pt x="4010392" y="2968351"/>
                  </a:lnTo>
                  <a:lnTo>
                    <a:pt x="0" y="2968351"/>
                  </a:ln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010391" cy="2968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689553"/>
            <a:ext cx="18288000" cy="3631680"/>
            <a:chOff x="0" y="0"/>
            <a:chExt cx="4816593" cy="9564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956492"/>
            </a:xfrm>
            <a:custGeom>
              <a:avLst/>
              <a:gdLst/>
              <a:ahLst/>
              <a:cxnLst/>
              <a:rect r="r" b="b" t="t" l="l"/>
              <a:pathLst>
                <a:path h="9564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56492"/>
                  </a:lnTo>
                  <a:lnTo>
                    <a:pt x="0" y="956492"/>
                  </a:lnTo>
                  <a:close/>
                </a:path>
              </a:pathLst>
            </a:custGeom>
            <a:solidFill>
              <a:srgbClr val="0226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816593" cy="956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5969912" y="6270962"/>
            <a:ext cx="1917384" cy="19173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5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48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5400000">
            <a:off x="15969912" y="4353578"/>
            <a:ext cx="1917384" cy="1917384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684" y="11684"/>
              <a:ext cx="6326632" cy="6326632"/>
            </a:xfrm>
            <a:custGeom>
              <a:avLst/>
              <a:gdLst/>
              <a:ahLst/>
              <a:cxnLst/>
              <a:rect r="r" b="b" t="t" l="l"/>
              <a:pathLst>
                <a:path h="6326632" w="6326632">
                  <a:moveTo>
                    <a:pt x="3163316" y="0"/>
                  </a:moveTo>
                  <a:cubicBezTo>
                    <a:pt x="1416304" y="0"/>
                    <a:pt x="0" y="1416304"/>
                    <a:pt x="0" y="3163316"/>
                  </a:cubicBezTo>
                  <a:cubicBezTo>
                    <a:pt x="0" y="4910328"/>
                    <a:pt x="1416304" y="6326632"/>
                    <a:pt x="3163316" y="6326632"/>
                  </a:cubicBezTo>
                  <a:cubicBezTo>
                    <a:pt x="4910328" y="6326632"/>
                    <a:pt x="6326632" y="4910328"/>
                    <a:pt x="6326632" y="3163316"/>
                  </a:cubicBezTo>
                  <a:cubicBezTo>
                    <a:pt x="6326632" y="1416304"/>
                    <a:pt x="4910328" y="0"/>
                    <a:pt x="3163316" y="0"/>
                  </a:cubicBezTo>
                  <a:close/>
                  <a:moveTo>
                    <a:pt x="3163316" y="4190746"/>
                  </a:moveTo>
                  <a:cubicBezTo>
                    <a:pt x="2595880" y="4190746"/>
                    <a:pt x="2135886" y="3730752"/>
                    <a:pt x="2135886" y="3163316"/>
                  </a:cubicBezTo>
                  <a:cubicBezTo>
                    <a:pt x="2135886" y="2595880"/>
                    <a:pt x="2595880" y="2135886"/>
                    <a:pt x="3163316" y="2135886"/>
                  </a:cubicBezTo>
                  <a:cubicBezTo>
                    <a:pt x="3730752" y="2135886"/>
                    <a:pt x="4190746" y="2595880"/>
                    <a:pt x="4190746" y="3163316"/>
                  </a:cubicBezTo>
                  <a:cubicBezTo>
                    <a:pt x="4190746" y="3730752"/>
                    <a:pt x="3730752" y="4190746"/>
                    <a:pt x="3163316" y="4190746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969912" y="8188346"/>
            <a:ext cx="1917384" cy="1757589"/>
            <a:chOff x="0" y="0"/>
            <a:chExt cx="6350000" cy="5820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820791"/>
            </a:xfrm>
            <a:custGeom>
              <a:avLst/>
              <a:gdLst/>
              <a:ahLst/>
              <a:cxnLst/>
              <a:rect r="r" b="b" t="t" l="l"/>
              <a:pathLst>
                <a:path h="5820791" w="6350000">
                  <a:moveTo>
                    <a:pt x="6350000" y="5820791"/>
                  </a:moveTo>
                  <a:lnTo>
                    <a:pt x="0" y="5820791"/>
                  </a:lnTo>
                  <a:cubicBezTo>
                    <a:pt x="0" y="4716272"/>
                    <a:pt x="564388" y="3743706"/>
                    <a:pt x="1420241" y="3175000"/>
                  </a:cubicBezTo>
                  <a:lnTo>
                    <a:pt x="0" y="3175000"/>
                  </a:lnTo>
                  <a:cubicBezTo>
                    <a:pt x="0" y="1421511"/>
                    <a:pt x="1421511" y="0"/>
                    <a:pt x="3175000" y="0"/>
                  </a:cubicBezTo>
                  <a:cubicBezTo>
                    <a:pt x="4928489" y="0"/>
                    <a:pt x="6350000" y="1421511"/>
                    <a:pt x="6350000" y="3175000"/>
                  </a:cubicBezTo>
                  <a:lnTo>
                    <a:pt x="4929759" y="3175000"/>
                  </a:lnTo>
                  <a:cubicBezTo>
                    <a:pt x="5785612" y="3743706"/>
                    <a:pt x="6350000" y="4716272"/>
                    <a:pt x="6350000" y="5820791"/>
                  </a:cubicBezTo>
                  <a:close/>
                </a:path>
              </a:pathLst>
            </a:custGeom>
            <a:solidFill>
              <a:srgbClr val="0145E8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0.0000" end="-0.000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144000" y="341066"/>
            <a:ext cx="5401326" cy="9604869"/>
          </a:xfrm>
          <a:prstGeom prst="rect">
            <a:avLst/>
          </a:prstGeom>
        </p:spPr>
      </p:pic>
      <p:sp>
        <p:nvSpPr>
          <p:cNvPr name="Freeform 16" id="16"/>
          <p:cNvSpPr/>
          <p:nvPr/>
        </p:nvSpPr>
        <p:spPr>
          <a:xfrm flipH="false" flipV="false" rot="0">
            <a:off x="140826" y="3425176"/>
            <a:ext cx="6978864" cy="5641964"/>
          </a:xfrm>
          <a:custGeom>
            <a:avLst/>
            <a:gdLst/>
            <a:ahLst/>
            <a:cxnLst/>
            <a:rect r="r" b="b" t="t" l="l"/>
            <a:pathLst>
              <a:path h="5641964" w="6978864">
                <a:moveTo>
                  <a:pt x="0" y="0"/>
                </a:moveTo>
                <a:lnTo>
                  <a:pt x="6978864" y="0"/>
                </a:lnTo>
                <a:lnTo>
                  <a:pt x="6978864" y="5641964"/>
                </a:lnTo>
                <a:lnTo>
                  <a:pt x="0" y="5641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6566" y="607174"/>
            <a:ext cx="1059077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Cliente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6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37033" y="-216713"/>
            <a:ext cx="6744367" cy="1657990"/>
          </a:xfrm>
          <a:custGeom>
            <a:avLst/>
            <a:gdLst/>
            <a:ahLst/>
            <a:cxnLst/>
            <a:rect r="r" b="b" t="t" l="l"/>
            <a:pathLst>
              <a:path h="1657990" w="6744367">
                <a:moveTo>
                  <a:pt x="0" y="0"/>
                </a:moveTo>
                <a:lnTo>
                  <a:pt x="6744368" y="0"/>
                </a:lnTo>
                <a:lnTo>
                  <a:pt x="6744368" y="1657990"/>
                </a:lnTo>
                <a:lnTo>
                  <a:pt x="0" y="1657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06812" y="4557713"/>
            <a:ext cx="1267437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Preguntas de la comision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70632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Secular One"/>
                <a:ea typeface="Secular One"/>
                <a:cs typeface="Secular One"/>
                <a:sym typeface="Secular One"/>
              </a:rPr>
              <a:t>Preguntas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31460" y="4595177"/>
            <a:ext cx="182507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DAG4zOFKHWM</dc:identifier>
  <dcterms:modified xsi:type="dcterms:W3CDTF">2011-08-01T06:04:30Z</dcterms:modified>
  <cp:revision>1</cp:revision>
  <dc:title>Copia de Blue and White Professional Company Newsletter</dc:title>
</cp:coreProperties>
</file>